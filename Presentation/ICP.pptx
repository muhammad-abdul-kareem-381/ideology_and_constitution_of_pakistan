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1" r:id="rId4"/>
    <p:sldId id="257" r:id="rId5"/>
    <p:sldId id="260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23B98-0E04-4E9E-8E62-CB3FBDC68EBA}" v="15" dt="2024-05-22T16:39:10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a Shahbaz" userId="e1d9946b5c9ad7ca" providerId="LiveId" clId="{FC023B98-0E04-4E9E-8E62-CB3FBDC68EBA}"/>
    <pc:docChg chg="modSld">
      <pc:chgData name="Rida Shahbaz" userId="e1d9946b5c9ad7ca" providerId="LiveId" clId="{FC023B98-0E04-4E9E-8E62-CB3FBDC68EBA}" dt="2024-05-22T16:39:10.230" v="14"/>
      <pc:docMkLst>
        <pc:docMk/>
      </pc:docMkLst>
      <pc:sldChg chg="modTransition">
        <pc:chgData name="Rida Shahbaz" userId="e1d9946b5c9ad7ca" providerId="LiveId" clId="{FC023B98-0E04-4E9E-8E62-CB3FBDC68EBA}" dt="2024-05-22T16:38:10.334" v="8"/>
        <pc:sldMkLst>
          <pc:docMk/>
          <pc:sldMk cId="3976196632" sldId="257"/>
        </pc:sldMkLst>
      </pc:sldChg>
      <pc:sldChg chg="modTransition">
        <pc:chgData name="Rida Shahbaz" userId="e1d9946b5c9ad7ca" providerId="LiveId" clId="{FC023B98-0E04-4E9E-8E62-CB3FBDC68EBA}" dt="2024-05-22T16:36:32.198" v="0"/>
        <pc:sldMkLst>
          <pc:docMk/>
          <pc:sldMk cId="3855602969" sldId="258"/>
        </pc:sldMkLst>
      </pc:sldChg>
      <pc:sldChg chg="modTransition">
        <pc:chgData name="Rida Shahbaz" userId="e1d9946b5c9ad7ca" providerId="LiveId" clId="{FC023B98-0E04-4E9E-8E62-CB3FBDC68EBA}" dt="2024-05-22T16:36:40.155" v="1"/>
        <pc:sldMkLst>
          <pc:docMk/>
          <pc:sldMk cId="2077569903" sldId="259"/>
        </pc:sldMkLst>
      </pc:sldChg>
      <pc:sldChg chg="modTransition">
        <pc:chgData name="Rida Shahbaz" userId="e1d9946b5c9ad7ca" providerId="LiveId" clId="{FC023B98-0E04-4E9E-8E62-CB3FBDC68EBA}" dt="2024-05-22T16:37:32.503" v="5"/>
        <pc:sldMkLst>
          <pc:docMk/>
          <pc:sldMk cId="4110309524" sldId="260"/>
        </pc:sldMkLst>
      </pc:sldChg>
      <pc:sldChg chg="modTransition">
        <pc:chgData name="Rida Shahbaz" userId="e1d9946b5c9ad7ca" providerId="LiveId" clId="{FC023B98-0E04-4E9E-8E62-CB3FBDC68EBA}" dt="2024-05-22T16:37:52.845" v="6"/>
        <pc:sldMkLst>
          <pc:docMk/>
          <pc:sldMk cId="3918703899" sldId="261"/>
        </pc:sldMkLst>
      </pc:sldChg>
      <pc:sldChg chg="modTransition">
        <pc:chgData name="Rida Shahbaz" userId="e1d9946b5c9ad7ca" providerId="LiveId" clId="{FC023B98-0E04-4E9E-8E62-CB3FBDC68EBA}" dt="2024-05-22T16:38:22.279" v="9"/>
        <pc:sldMkLst>
          <pc:docMk/>
          <pc:sldMk cId="4151797093" sldId="263"/>
        </pc:sldMkLst>
      </pc:sldChg>
      <pc:sldChg chg="modTransition">
        <pc:chgData name="Rida Shahbaz" userId="e1d9946b5c9ad7ca" providerId="LiveId" clId="{FC023B98-0E04-4E9E-8E62-CB3FBDC68EBA}" dt="2024-05-22T16:38:41.377" v="10"/>
        <pc:sldMkLst>
          <pc:docMk/>
          <pc:sldMk cId="3833896101" sldId="264"/>
        </pc:sldMkLst>
      </pc:sldChg>
      <pc:sldChg chg="modTransition">
        <pc:chgData name="Rida Shahbaz" userId="e1d9946b5c9ad7ca" providerId="LiveId" clId="{FC023B98-0E04-4E9E-8E62-CB3FBDC68EBA}" dt="2024-05-22T16:39:10.230" v="14"/>
        <pc:sldMkLst>
          <pc:docMk/>
          <pc:sldMk cId="3781559284" sldId="265"/>
        </pc:sldMkLst>
      </pc:sldChg>
    </pc:docChg>
  </pc:docChgLst>
  <pc:docChgLst>
    <pc:chgData name="Rida Shahbaz" userId="e1d9946b5c9ad7ca" providerId="LiveId" clId="{667FA454-7CFF-4D9C-B378-84143CB2C2B4}"/>
    <pc:docChg chg="modSld">
      <pc:chgData name="Rida Shahbaz" userId="e1d9946b5c9ad7ca" providerId="LiveId" clId="{667FA454-7CFF-4D9C-B378-84143CB2C2B4}" dt="2024-05-21T13:00:36.366" v="1"/>
      <pc:docMkLst>
        <pc:docMk/>
      </pc:docMkLst>
      <pc:sldChg chg="delSp modSp modAnim">
        <pc:chgData name="Rida Shahbaz" userId="e1d9946b5c9ad7ca" providerId="LiveId" clId="{667FA454-7CFF-4D9C-B378-84143CB2C2B4}" dt="2024-05-21T13:00:36.366" v="1"/>
        <pc:sldMkLst>
          <pc:docMk/>
          <pc:sldMk cId="3976196632" sldId="257"/>
        </pc:sldMkLst>
        <pc:spChg chg="mod topLvl">
          <ac:chgData name="Rida Shahbaz" userId="e1d9946b5c9ad7ca" providerId="LiveId" clId="{667FA454-7CFF-4D9C-B378-84143CB2C2B4}" dt="2024-05-21T13:00:27.062" v="0" actId="165"/>
          <ac:spMkLst>
            <pc:docMk/>
            <pc:sldMk cId="3976196632" sldId="257"/>
            <ac:spMk id="33" creationId="{D93E1D7E-E42B-471B-97AF-41C5DD329A88}"/>
          </ac:spMkLst>
        </pc:spChg>
        <pc:spChg chg="mod topLvl">
          <ac:chgData name="Rida Shahbaz" userId="e1d9946b5c9ad7ca" providerId="LiveId" clId="{667FA454-7CFF-4D9C-B378-84143CB2C2B4}" dt="2024-05-21T13:00:27.062" v="0" actId="165"/>
          <ac:spMkLst>
            <pc:docMk/>
            <pc:sldMk cId="3976196632" sldId="257"/>
            <ac:spMk id="34" creationId="{FA565EB5-917C-4AA1-A01C-A9766351714F}"/>
          </ac:spMkLst>
        </pc:spChg>
        <pc:grpChg chg="del">
          <ac:chgData name="Rida Shahbaz" userId="e1d9946b5c9ad7ca" providerId="LiveId" clId="{667FA454-7CFF-4D9C-B378-84143CB2C2B4}" dt="2024-05-21T13:00:27.062" v="0" actId="165"/>
          <ac:grpSpMkLst>
            <pc:docMk/>
            <pc:sldMk cId="3976196632" sldId="257"/>
            <ac:grpSpMk id="35" creationId="{FA942113-B611-4873-9AC5-59F514BCF6C9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2C2BD-26B9-4E21-A7A3-E8A4AA1A1941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47B40-2805-48D4-ADF5-36D436C4C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1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2DAE-643E-415B-AAA8-0BF39B28F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564B7-C225-4C74-AAB9-D1FCC0909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FBCF4-738B-496B-B007-80767FFE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C0262-3A3E-49C4-ABB7-D66F6B9A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A9392-61CE-45B9-9DF8-6BEC33B2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3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3BD5-121A-485D-9BE9-BFB7BC52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38364-B59B-44D6-910A-C3AB0BB60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48C1-19AA-43F3-8800-7B68715C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81959-D607-4FC7-B41D-19DEDD6D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432E9-95C0-4F30-A825-08D6B3CC8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20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4769-F8A4-43B2-B373-2C55672E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CEE83-8D77-4703-8586-5ACFCF41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690E7-9408-4EFE-8420-FDDB2B03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26D94-3FA3-49F6-A912-1B9E90C8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873F9-C207-4F57-933B-5124BC82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5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7592-F1A1-4B73-A101-0214F5D6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79C6F-1D95-400C-A955-9CC9B54BE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FED8F-06D6-45E5-848B-926FC8892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0B1F6-8550-4BD3-936E-84DE13C91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2D61D-370E-4503-860D-54365163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B09F0-F9B8-4906-967B-F77F2D3B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3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CBE0-4C2B-4631-8CD6-8C550E1F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E9BEA-5462-4B85-98E8-FB3C11D3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AB558-D004-43FC-8F16-EDE7354C3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4E17F-31A9-4529-98F6-DCEFC7E78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ACF64-F6AC-45C5-9110-5D9EA9B6B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F31B2-0EC8-4A0B-A91C-AD6718E1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384A0-A944-4D7A-9E82-8AC39E51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2EB0C7-CF8A-45E2-8D34-3599E193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7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BD60-FFBD-4257-BE69-A669DB20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F6748-4F1D-4820-9E84-C61C5E55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8DBCF-BB25-49BA-BDB4-3409FC04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9961A-9541-4919-BBBA-15D83B2A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01113-65DD-4F5A-9DCB-40C18FC6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53726B-5D82-4F9C-8651-73BC26CE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6E20D-558A-455A-853B-EF31A839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CF2D-9242-47BE-ACE4-78E84B9C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D3347-D83C-444E-909D-FF6764271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9357C-95D1-40E6-B1BD-DD05AFDF9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9E83-44B5-4A4B-8FEE-7990F7F9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E12EE-ADA2-4676-B8A7-04BC4AD4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FBB7A-E259-45E1-B0BD-0DB38336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1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FC97-19BF-4CE4-99BF-237EB6123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040B4-4638-45BB-8A58-EA83D24B7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5DEC8-2B78-4BE9-9A04-C0CC86DA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8D219-88B3-420B-9BA1-ADB9B649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7B38A-D451-4D63-BB0D-ED599101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72B21-02B2-4C55-B946-782CF598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E7BC-50A4-4064-93D9-A424A040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F8240-6883-48EA-8AF6-B929A0D68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1877A-1707-49D9-828C-55CC057B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B4038-AE81-43C1-9579-5EA66C52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3EE94-141C-4C82-AF55-F2534416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0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D8E20-A7D2-480D-A968-292387FEF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4C3D1-A50D-4DD0-9850-0B6692C9D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6804B-473C-4825-BC4F-87EEBEBC6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66737-7241-43F5-95D2-BD9AB44D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C5BC3-9BC1-40B3-9F5B-B50DFBE5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96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7ED88-8AB7-4C06-B892-8D4D86A0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93F44-E68C-47AD-B31F-E931D4B3C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3E221-8080-4C20-BC6E-01CD2AC2A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DFF17-708A-462A-ACF5-DE05AEA668B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ED1C3-E3C1-46D5-8F9A-AA691ADD5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0962A-3987-4883-BCAC-8B6A71FE6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75C4E-2195-45DE-9D65-B9785CCBE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73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ECB402-0ED9-4C9C-A549-CCBAABE3DD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875" b="2187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37DE63-D3D3-4F63-A571-37DD4BD6F6EE}"/>
              </a:ext>
            </a:extLst>
          </p:cNvPr>
          <p:cNvSpPr/>
          <p:nvPr/>
        </p:nvSpPr>
        <p:spPr>
          <a:xfrm rot="4601152">
            <a:off x="1147731" y="-2649619"/>
            <a:ext cx="8106498" cy="11069105"/>
          </a:xfrm>
          <a:custGeom>
            <a:avLst/>
            <a:gdLst/>
            <a:ahLst/>
            <a:cxnLst/>
            <a:rect l="l" t="t" r="r" b="b"/>
            <a:pathLst>
              <a:path w="8106498" h="11069105">
                <a:moveTo>
                  <a:pt x="6119624" y="9919981"/>
                </a:moveTo>
                <a:lnTo>
                  <a:pt x="6128677" y="9900898"/>
                </a:lnTo>
                <a:cubicBezTo>
                  <a:pt x="6159562" y="9863867"/>
                  <a:pt x="6216900" y="9855266"/>
                  <a:pt x="6300692" y="9875096"/>
                </a:cubicBezTo>
                <a:cubicBezTo>
                  <a:pt x="6331094" y="9882290"/>
                  <a:pt x="6357108" y="9890796"/>
                  <a:pt x="6378733" y="9900612"/>
                </a:cubicBezTo>
                <a:lnTo>
                  <a:pt x="6408739" y="9919980"/>
                </a:lnTo>
                <a:close/>
                <a:moveTo>
                  <a:pt x="6523826" y="7803886"/>
                </a:moveTo>
                <a:lnTo>
                  <a:pt x="6695117" y="7844422"/>
                </a:lnTo>
                <a:lnTo>
                  <a:pt x="6720561" y="7736902"/>
                </a:lnTo>
                <a:lnTo>
                  <a:pt x="6676070" y="7726373"/>
                </a:lnTo>
                <a:cubicBezTo>
                  <a:pt x="6664206" y="7723565"/>
                  <a:pt x="6657294" y="7720234"/>
                  <a:pt x="6655336" y="7716377"/>
                </a:cubicBezTo>
                <a:cubicBezTo>
                  <a:pt x="6653377" y="7712520"/>
                  <a:pt x="6653861" y="7704412"/>
                  <a:pt x="6656785" y="7692054"/>
                </a:cubicBezTo>
                <a:lnTo>
                  <a:pt x="6666612" y="7650529"/>
                </a:lnTo>
                <a:lnTo>
                  <a:pt x="6972859" y="7723002"/>
                </a:lnTo>
                <a:cubicBezTo>
                  <a:pt x="6982746" y="7725342"/>
                  <a:pt x="6989323" y="7728986"/>
                  <a:pt x="6992589" y="7733936"/>
                </a:cubicBezTo>
                <a:cubicBezTo>
                  <a:pt x="6995855" y="7738885"/>
                  <a:pt x="6995909" y="7748033"/>
                  <a:pt x="6992750" y="7761381"/>
                </a:cubicBezTo>
                <a:lnTo>
                  <a:pt x="6986608" y="7787333"/>
                </a:lnTo>
                <a:lnTo>
                  <a:pt x="7070400" y="7807163"/>
                </a:lnTo>
                <a:lnTo>
                  <a:pt x="7131292" y="7549856"/>
                </a:lnTo>
                <a:lnTo>
                  <a:pt x="7047500" y="7530026"/>
                </a:lnTo>
                <a:lnTo>
                  <a:pt x="7043990" y="7544857"/>
                </a:lnTo>
                <a:cubicBezTo>
                  <a:pt x="7039896" y="7562159"/>
                  <a:pt x="7035628" y="7573025"/>
                  <a:pt x="7031186" y="7577455"/>
                </a:cubicBezTo>
                <a:cubicBezTo>
                  <a:pt x="7026744" y="7581886"/>
                  <a:pt x="7017850" y="7582522"/>
                  <a:pt x="7004503" y="7579363"/>
                </a:cubicBezTo>
                <a:lnTo>
                  <a:pt x="6700480" y="7507416"/>
                </a:lnTo>
                <a:lnTo>
                  <a:pt x="6710658" y="7464408"/>
                </a:lnTo>
                <a:cubicBezTo>
                  <a:pt x="6713348" y="7453038"/>
                  <a:pt x="6716433" y="7446068"/>
                  <a:pt x="6719913" y="7443498"/>
                </a:cubicBezTo>
                <a:cubicBezTo>
                  <a:pt x="6723392" y="7440928"/>
                  <a:pt x="6729828" y="7440754"/>
                  <a:pt x="6739221" y="7442977"/>
                </a:cubicBezTo>
                <a:lnTo>
                  <a:pt x="6787419" y="7454383"/>
                </a:lnTo>
                <a:lnTo>
                  <a:pt x="6812864" y="7346863"/>
                </a:lnTo>
                <a:lnTo>
                  <a:pt x="6641573" y="7306327"/>
                </a:lnTo>
                <a:close/>
                <a:moveTo>
                  <a:pt x="6389934" y="8369665"/>
                </a:moveTo>
                <a:lnTo>
                  <a:pt x="6473725" y="8389495"/>
                </a:lnTo>
                <a:lnTo>
                  <a:pt x="6477059" y="8375406"/>
                </a:lnTo>
                <a:cubicBezTo>
                  <a:pt x="6480218" y="8362059"/>
                  <a:pt x="6484295" y="8353105"/>
                  <a:pt x="6489289" y="8348544"/>
                </a:cubicBezTo>
                <a:cubicBezTo>
                  <a:pt x="6494284" y="8343984"/>
                  <a:pt x="6502713" y="8343108"/>
                  <a:pt x="6514577" y="8345915"/>
                </a:cubicBezTo>
                <a:lnTo>
                  <a:pt x="6808960" y="8415581"/>
                </a:lnTo>
                <a:cubicBezTo>
                  <a:pt x="6820330" y="8418272"/>
                  <a:pt x="6827160" y="8422498"/>
                  <a:pt x="6829451" y="8428261"/>
                </a:cubicBezTo>
                <a:cubicBezTo>
                  <a:pt x="6831742" y="8434023"/>
                  <a:pt x="6831015" y="8444814"/>
                  <a:pt x="6827271" y="8460633"/>
                </a:cubicBezTo>
                <a:lnTo>
                  <a:pt x="6824464" y="8472497"/>
                </a:lnTo>
                <a:lnTo>
                  <a:pt x="6908255" y="8492326"/>
                </a:lnTo>
                <a:lnTo>
                  <a:pt x="6959671" y="8275062"/>
                </a:lnTo>
                <a:lnTo>
                  <a:pt x="6875880" y="8255232"/>
                </a:lnTo>
                <a:lnTo>
                  <a:pt x="6872546" y="8269321"/>
                </a:lnTo>
                <a:cubicBezTo>
                  <a:pt x="6869153" y="8283657"/>
                  <a:pt x="6865047" y="8292734"/>
                  <a:pt x="6860228" y="8296553"/>
                </a:cubicBezTo>
                <a:cubicBezTo>
                  <a:pt x="6855409" y="8300372"/>
                  <a:pt x="6847809" y="8301053"/>
                  <a:pt x="6837428" y="8298596"/>
                </a:cubicBezTo>
                <a:lnTo>
                  <a:pt x="6626836" y="8248760"/>
                </a:lnTo>
                <a:lnTo>
                  <a:pt x="6627187" y="8247277"/>
                </a:lnTo>
                <a:lnTo>
                  <a:pt x="6989039" y="8170819"/>
                </a:lnTo>
                <a:lnTo>
                  <a:pt x="7022731" y="8028447"/>
                </a:lnTo>
                <a:lnTo>
                  <a:pt x="6612671" y="7931406"/>
                </a:lnTo>
                <a:cubicBezTo>
                  <a:pt x="6600807" y="7928598"/>
                  <a:pt x="6593547" y="7924531"/>
                  <a:pt x="6590893" y="7919205"/>
                </a:cubicBezTo>
                <a:cubicBezTo>
                  <a:pt x="6588238" y="7913878"/>
                  <a:pt x="6588431" y="7904788"/>
                  <a:pt x="6591473" y="7891935"/>
                </a:cubicBezTo>
                <a:lnTo>
                  <a:pt x="6595685" y="7874139"/>
                </a:lnTo>
                <a:lnTo>
                  <a:pt x="6511893" y="7854310"/>
                </a:lnTo>
                <a:lnTo>
                  <a:pt x="6461003" y="8069350"/>
                </a:lnTo>
                <a:lnTo>
                  <a:pt x="6544795" y="8089180"/>
                </a:lnTo>
                <a:lnTo>
                  <a:pt x="6546725" y="8081023"/>
                </a:lnTo>
                <a:cubicBezTo>
                  <a:pt x="6550586" y="8064709"/>
                  <a:pt x="6555079" y="8054549"/>
                  <a:pt x="6560203" y="8050542"/>
                </a:cubicBezTo>
                <a:cubicBezTo>
                  <a:pt x="6565328" y="8046534"/>
                  <a:pt x="6574811" y="8046168"/>
                  <a:pt x="6588653" y="8049444"/>
                </a:cubicBezTo>
                <a:lnTo>
                  <a:pt x="6770325" y="8092436"/>
                </a:lnTo>
                <a:lnTo>
                  <a:pt x="6769974" y="8093919"/>
                </a:lnTo>
                <a:lnTo>
                  <a:pt x="6440648" y="8155367"/>
                </a:lnTo>
                <a:close/>
                <a:moveTo>
                  <a:pt x="6275871" y="8851653"/>
                </a:moveTo>
                <a:lnTo>
                  <a:pt x="6359663" y="8871482"/>
                </a:lnTo>
                <a:lnTo>
                  <a:pt x="6363348" y="8855910"/>
                </a:lnTo>
                <a:cubicBezTo>
                  <a:pt x="6366390" y="8843057"/>
                  <a:pt x="6370196" y="8834692"/>
                  <a:pt x="6374768" y="8830815"/>
                </a:cubicBezTo>
                <a:cubicBezTo>
                  <a:pt x="6379340" y="8826937"/>
                  <a:pt x="6387311" y="8826344"/>
                  <a:pt x="6398681" y="8829035"/>
                </a:cubicBezTo>
                <a:lnTo>
                  <a:pt x="6693064" y="8898701"/>
                </a:lnTo>
                <a:cubicBezTo>
                  <a:pt x="6705422" y="8901625"/>
                  <a:pt x="6712864" y="8905474"/>
                  <a:pt x="6715389" y="8910248"/>
                </a:cubicBezTo>
                <a:cubicBezTo>
                  <a:pt x="6717913" y="8915021"/>
                  <a:pt x="6717479" y="8924577"/>
                  <a:pt x="6714086" y="8938913"/>
                </a:cubicBezTo>
                <a:lnTo>
                  <a:pt x="6710401" y="8954485"/>
                </a:lnTo>
                <a:lnTo>
                  <a:pt x="6794193" y="8974314"/>
                </a:lnTo>
                <a:lnTo>
                  <a:pt x="6892813" y="8557580"/>
                </a:lnTo>
                <a:lnTo>
                  <a:pt x="6732645" y="8519676"/>
                </a:lnTo>
                <a:lnTo>
                  <a:pt x="6707376" y="8626455"/>
                </a:lnTo>
                <a:lnTo>
                  <a:pt x="6731104" y="8632071"/>
                </a:lnTo>
                <a:cubicBezTo>
                  <a:pt x="6741486" y="8634527"/>
                  <a:pt x="6748755" y="8636900"/>
                  <a:pt x="6752911" y="8639189"/>
                </a:cubicBezTo>
                <a:cubicBezTo>
                  <a:pt x="6757068" y="8641478"/>
                  <a:pt x="6759703" y="8645233"/>
                  <a:pt x="6760816" y="8650456"/>
                </a:cubicBezTo>
                <a:cubicBezTo>
                  <a:pt x="6761929" y="8655678"/>
                  <a:pt x="6761140" y="8663975"/>
                  <a:pt x="6758450" y="8675345"/>
                </a:cubicBezTo>
                <a:lnTo>
                  <a:pt x="6739147" y="8756912"/>
                </a:lnTo>
                <a:lnTo>
                  <a:pt x="6626436" y="8730239"/>
                </a:lnTo>
                <a:lnTo>
                  <a:pt x="6662585" y="8577486"/>
                </a:lnTo>
                <a:lnTo>
                  <a:pt x="6558031" y="8552743"/>
                </a:lnTo>
                <a:lnTo>
                  <a:pt x="6521882" y="8705496"/>
                </a:lnTo>
                <a:lnTo>
                  <a:pt x="6422518" y="8681982"/>
                </a:lnTo>
                <a:lnTo>
                  <a:pt x="6441470" y="8601898"/>
                </a:lnTo>
                <a:cubicBezTo>
                  <a:pt x="6443927" y="8591516"/>
                  <a:pt x="6447724" y="8584846"/>
                  <a:pt x="6452862" y="8581885"/>
                </a:cubicBezTo>
                <a:cubicBezTo>
                  <a:pt x="6458000" y="8578925"/>
                  <a:pt x="6466254" y="8578790"/>
                  <a:pt x="6477624" y="8581481"/>
                </a:cubicBezTo>
                <a:lnTo>
                  <a:pt x="6501352" y="8587096"/>
                </a:lnTo>
                <a:lnTo>
                  <a:pt x="6526622" y="8480317"/>
                </a:lnTo>
                <a:lnTo>
                  <a:pt x="6372386" y="8443817"/>
                </a:lnTo>
                <a:close/>
                <a:moveTo>
                  <a:pt x="6098197" y="9602441"/>
                </a:moveTo>
                <a:lnTo>
                  <a:pt x="6181988" y="9622270"/>
                </a:lnTo>
                <a:lnTo>
                  <a:pt x="6183919" y="9614113"/>
                </a:lnTo>
                <a:cubicBezTo>
                  <a:pt x="6186960" y="9601260"/>
                  <a:pt x="6189895" y="9592167"/>
                  <a:pt x="6192724" y="9586833"/>
                </a:cubicBezTo>
                <a:cubicBezTo>
                  <a:pt x="6195552" y="9581499"/>
                  <a:pt x="6199454" y="9578246"/>
                  <a:pt x="6204430" y="9577074"/>
                </a:cubicBezTo>
                <a:cubicBezTo>
                  <a:pt x="6209405" y="9575903"/>
                  <a:pt x="6217084" y="9576545"/>
                  <a:pt x="6227465" y="9579002"/>
                </a:cubicBezTo>
                <a:lnTo>
                  <a:pt x="6509984" y="9645860"/>
                </a:lnTo>
                <a:cubicBezTo>
                  <a:pt x="6521848" y="9648668"/>
                  <a:pt x="6529771" y="9651587"/>
                  <a:pt x="6533752" y="9654617"/>
                </a:cubicBezTo>
                <a:cubicBezTo>
                  <a:pt x="6537733" y="9657648"/>
                  <a:pt x="6539581" y="9662522"/>
                  <a:pt x="6539296" y="9669241"/>
                </a:cubicBezTo>
                <a:cubicBezTo>
                  <a:pt x="6539011" y="9675960"/>
                  <a:pt x="6536822" y="9687971"/>
                  <a:pt x="6532727" y="9705273"/>
                </a:cubicBezTo>
                <a:lnTo>
                  <a:pt x="6616519" y="9725102"/>
                </a:lnTo>
                <a:lnTo>
                  <a:pt x="6669865" y="9499680"/>
                </a:lnTo>
                <a:lnTo>
                  <a:pt x="6586073" y="9479850"/>
                </a:lnTo>
                <a:cubicBezTo>
                  <a:pt x="6582446" y="9495176"/>
                  <a:pt x="6579437" y="9505687"/>
                  <a:pt x="6577044" y="9511385"/>
                </a:cubicBezTo>
                <a:cubicBezTo>
                  <a:pt x="6574652" y="9517083"/>
                  <a:pt x="6571091" y="9520548"/>
                  <a:pt x="6566363" y="9521778"/>
                </a:cubicBezTo>
                <a:cubicBezTo>
                  <a:pt x="6561635" y="9523008"/>
                  <a:pt x="6553833" y="9522336"/>
                  <a:pt x="6542957" y="9519762"/>
                </a:cubicBezTo>
                <a:lnTo>
                  <a:pt x="6224104" y="9444306"/>
                </a:lnTo>
                <a:lnTo>
                  <a:pt x="6224455" y="9442822"/>
                </a:lnTo>
                <a:lnTo>
                  <a:pt x="6634437" y="9431001"/>
                </a:lnTo>
                <a:lnTo>
                  <a:pt x="6659355" y="9325706"/>
                </a:lnTo>
                <a:lnTo>
                  <a:pt x="6299561" y="9125453"/>
                </a:lnTo>
                <a:lnTo>
                  <a:pt x="6299912" y="9123970"/>
                </a:lnTo>
                <a:lnTo>
                  <a:pt x="6619506" y="9199602"/>
                </a:lnTo>
                <a:cubicBezTo>
                  <a:pt x="6631865" y="9202526"/>
                  <a:pt x="6639677" y="9206463"/>
                  <a:pt x="6642943" y="9211413"/>
                </a:cubicBezTo>
                <a:cubicBezTo>
                  <a:pt x="6646209" y="9216362"/>
                  <a:pt x="6645971" y="9226746"/>
                  <a:pt x="6642227" y="9242565"/>
                </a:cubicBezTo>
                <a:lnTo>
                  <a:pt x="6639595" y="9253687"/>
                </a:lnTo>
                <a:lnTo>
                  <a:pt x="6723386" y="9273517"/>
                </a:lnTo>
                <a:lnTo>
                  <a:pt x="6779365" y="9036972"/>
                </a:lnTo>
                <a:lnTo>
                  <a:pt x="6695573" y="9017143"/>
                </a:lnTo>
                <a:lnTo>
                  <a:pt x="6693292" y="9026783"/>
                </a:lnTo>
                <a:cubicBezTo>
                  <a:pt x="6690250" y="9039636"/>
                  <a:pt x="6687250" y="9048453"/>
                  <a:pt x="6684292" y="9053234"/>
                </a:cubicBezTo>
                <a:cubicBezTo>
                  <a:pt x="6681333" y="9058015"/>
                  <a:pt x="6677330" y="9060592"/>
                  <a:pt x="6672283" y="9060963"/>
                </a:cubicBezTo>
                <a:cubicBezTo>
                  <a:pt x="6667236" y="9061335"/>
                  <a:pt x="6658780" y="9060117"/>
                  <a:pt x="6646915" y="9057309"/>
                </a:cubicBezTo>
                <a:lnTo>
                  <a:pt x="6359948" y="8989398"/>
                </a:lnTo>
                <a:cubicBezTo>
                  <a:pt x="6349566" y="8986941"/>
                  <a:pt x="6342961" y="8983420"/>
                  <a:pt x="6340130" y="8978836"/>
                </a:cubicBezTo>
                <a:cubicBezTo>
                  <a:pt x="6337300" y="8974250"/>
                  <a:pt x="6337406" y="8965531"/>
                  <a:pt x="6340448" y="8952678"/>
                </a:cubicBezTo>
                <a:lnTo>
                  <a:pt x="6344835" y="8934140"/>
                </a:lnTo>
                <a:lnTo>
                  <a:pt x="6261043" y="8914311"/>
                </a:lnTo>
                <a:lnTo>
                  <a:pt x="6195589" y="9190898"/>
                </a:lnTo>
                <a:cubicBezTo>
                  <a:pt x="6218811" y="9205268"/>
                  <a:pt x="6257870" y="9227170"/>
                  <a:pt x="6312765" y="9256605"/>
                </a:cubicBezTo>
                <a:cubicBezTo>
                  <a:pt x="6367660" y="9286040"/>
                  <a:pt x="6406140" y="9305979"/>
                  <a:pt x="6428204" y="9316421"/>
                </a:cubicBezTo>
                <a:lnTo>
                  <a:pt x="6427853" y="9317903"/>
                </a:lnTo>
                <a:cubicBezTo>
                  <a:pt x="6372151" y="9317250"/>
                  <a:pt x="6284317" y="9318912"/>
                  <a:pt x="6164353" y="9322888"/>
                </a:cubicBezTo>
                <a:close/>
                <a:moveTo>
                  <a:pt x="5780138" y="10946444"/>
                </a:moveTo>
                <a:lnTo>
                  <a:pt x="5846294" y="10666891"/>
                </a:lnTo>
                <a:cubicBezTo>
                  <a:pt x="5966258" y="10662915"/>
                  <a:pt x="6054092" y="10661253"/>
                  <a:pt x="6109794" y="10661907"/>
                </a:cubicBezTo>
                <a:lnTo>
                  <a:pt x="6110145" y="10660424"/>
                </a:lnTo>
                <a:cubicBezTo>
                  <a:pt x="6088081" y="10649982"/>
                  <a:pt x="6049601" y="10630043"/>
                  <a:pt x="5994706" y="10600609"/>
                </a:cubicBezTo>
                <a:cubicBezTo>
                  <a:pt x="5939811" y="10571174"/>
                  <a:pt x="5900753" y="10549271"/>
                  <a:pt x="5877530" y="10534901"/>
                </a:cubicBezTo>
                <a:lnTo>
                  <a:pt x="5942984" y="10258314"/>
                </a:lnTo>
                <a:lnTo>
                  <a:pt x="6026776" y="10278144"/>
                </a:lnTo>
                <a:lnTo>
                  <a:pt x="6022389" y="10296682"/>
                </a:lnTo>
                <a:cubicBezTo>
                  <a:pt x="6019347" y="10309535"/>
                  <a:pt x="6019241" y="10318254"/>
                  <a:pt x="6022071" y="10322839"/>
                </a:cubicBezTo>
                <a:cubicBezTo>
                  <a:pt x="6024902" y="10327424"/>
                  <a:pt x="6031507" y="10330945"/>
                  <a:pt x="6041889" y="10333401"/>
                </a:cubicBezTo>
                <a:lnTo>
                  <a:pt x="6328856" y="10401312"/>
                </a:lnTo>
                <a:cubicBezTo>
                  <a:pt x="6340721" y="10404120"/>
                  <a:pt x="6349177" y="10405338"/>
                  <a:pt x="6354224" y="10404966"/>
                </a:cubicBezTo>
                <a:cubicBezTo>
                  <a:pt x="6359271" y="10404595"/>
                  <a:pt x="6363274" y="10402018"/>
                  <a:pt x="6366233" y="10397237"/>
                </a:cubicBezTo>
                <a:cubicBezTo>
                  <a:pt x="6369191" y="10392456"/>
                  <a:pt x="6372191" y="10383639"/>
                  <a:pt x="6375233" y="10370786"/>
                </a:cubicBezTo>
                <a:lnTo>
                  <a:pt x="6377514" y="10361146"/>
                </a:lnTo>
                <a:lnTo>
                  <a:pt x="6461306" y="10380975"/>
                </a:lnTo>
                <a:lnTo>
                  <a:pt x="6405327" y="10617520"/>
                </a:lnTo>
                <a:lnTo>
                  <a:pt x="6321536" y="10597691"/>
                </a:lnTo>
                <a:lnTo>
                  <a:pt x="6324168" y="10586568"/>
                </a:lnTo>
                <a:cubicBezTo>
                  <a:pt x="6327912" y="10570749"/>
                  <a:pt x="6328150" y="10560365"/>
                  <a:pt x="6324884" y="10555416"/>
                </a:cubicBezTo>
                <a:cubicBezTo>
                  <a:pt x="6321618" y="10550467"/>
                  <a:pt x="6313806" y="10546530"/>
                  <a:pt x="6301447" y="10543605"/>
                </a:cubicBezTo>
                <a:lnTo>
                  <a:pt x="5981853" y="10467973"/>
                </a:lnTo>
                <a:lnTo>
                  <a:pt x="5981502" y="10469456"/>
                </a:lnTo>
                <a:lnTo>
                  <a:pt x="6341296" y="10669709"/>
                </a:lnTo>
                <a:lnTo>
                  <a:pt x="6316378" y="10775005"/>
                </a:lnTo>
                <a:lnTo>
                  <a:pt x="5906396" y="10786826"/>
                </a:lnTo>
                <a:lnTo>
                  <a:pt x="5906045" y="10788309"/>
                </a:lnTo>
                <a:lnTo>
                  <a:pt x="6224898" y="10863766"/>
                </a:lnTo>
                <a:cubicBezTo>
                  <a:pt x="6235774" y="10866339"/>
                  <a:pt x="6243576" y="10867011"/>
                  <a:pt x="6248304" y="10865781"/>
                </a:cubicBezTo>
                <a:cubicBezTo>
                  <a:pt x="6253032" y="10864551"/>
                  <a:pt x="6256593" y="10861087"/>
                  <a:pt x="6258985" y="10855388"/>
                </a:cubicBezTo>
                <a:cubicBezTo>
                  <a:pt x="6261378" y="10849690"/>
                  <a:pt x="6264388" y="10839179"/>
                  <a:pt x="6268014" y="10823854"/>
                </a:cubicBezTo>
                <a:lnTo>
                  <a:pt x="6351806" y="10843683"/>
                </a:lnTo>
                <a:lnTo>
                  <a:pt x="6298460" y="11069105"/>
                </a:lnTo>
                <a:lnTo>
                  <a:pt x="6214668" y="11049276"/>
                </a:lnTo>
                <a:cubicBezTo>
                  <a:pt x="6218763" y="11031974"/>
                  <a:pt x="6220952" y="11019963"/>
                  <a:pt x="6221237" y="11013244"/>
                </a:cubicBezTo>
                <a:cubicBezTo>
                  <a:pt x="6221522" y="11006525"/>
                  <a:pt x="6219674" y="11001651"/>
                  <a:pt x="6215693" y="10998620"/>
                </a:cubicBezTo>
                <a:cubicBezTo>
                  <a:pt x="6211712" y="10995590"/>
                  <a:pt x="6203789" y="10992671"/>
                  <a:pt x="6191925" y="10989863"/>
                </a:cubicBezTo>
                <a:lnTo>
                  <a:pt x="5909406" y="10923005"/>
                </a:lnTo>
                <a:cubicBezTo>
                  <a:pt x="5899025" y="10920548"/>
                  <a:pt x="5891346" y="10919906"/>
                  <a:pt x="5886371" y="10921078"/>
                </a:cubicBezTo>
                <a:cubicBezTo>
                  <a:pt x="5881395" y="10922249"/>
                  <a:pt x="5877493" y="10925502"/>
                  <a:pt x="5874665" y="10930836"/>
                </a:cubicBezTo>
                <a:cubicBezTo>
                  <a:pt x="5871836" y="10936170"/>
                  <a:pt x="5868901" y="10945264"/>
                  <a:pt x="5865860" y="10958117"/>
                </a:cubicBezTo>
                <a:lnTo>
                  <a:pt x="5863929" y="10966273"/>
                </a:lnTo>
                <a:close/>
                <a:moveTo>
                  <a:pt x="6005348" y="9919980"/>
                </a:moveTo>
                <a:lnTo>
                  <a:pt x="6119624" y="9919981"/>
                </a:lnTo>
                <a:lnTo>
                  <a:pt x="6106611" y="9947406"/>
                </a:lnTo>
                <a:cubicBezTo>
                  <a:pt x="6097720" y="9984977"/>
                  <a:pt x="6106507" y="10017334"/>
                  <a:pt x="6132971" y="10044478"/>
                </a:cubicBezTo>
                <a:cubicBezTo>
                  <a:pt x="6159435" y="10071622"/>
                  <a:pt x="6200845" y="10091862"/>
                  <a:pt x="6257200" y="10105199"/>
                </a:cubicBezTo>
                <a:cubicBezTo>
                  <a:pt x="6313556" y="10118535"/>
                  <a:pt x="6358351" y="10118956"/>
                  <a:pt x="6391585" y="10106462"/>
                </a:cubicBezTo>
                <a:cubicBezTo>
                  <a:pt x="6424820" y="10093968"/>
                  <a:pt x="6445941" y="10068689"/>
                  <a:pt x="6454949" y="10030624"/>
                </a:cubicBezTo>
                <a:cubicBezTo>
                  <a:pt x="6464308" y="9991076"/>
                  <a:pt x="6456140" y="9958865"/>
                  <a:pt x="6430443" y="9933991"/>
                </a:cubicBezTo>
                <a:lnTo>
                  <a:pt x="6408739" y="9919980"/>
                </a:lnTo>
                <a:lnTo>
                  <a:pt x="6556103" y="9919981"/>
                </a:lnTo>
                <a:lnTo>
                  <a:pt x="6565167" y="9973117"/>
                </a:lnTo>
                <a:cubicBezTo>
                  <a:pt x="6565647" y="9998940"/>
                  <a:pt x="6562464" y="10026312"/>
                  <a:pt x="6555620" y="10055231"/>
                </a:cubicBezTo>
                <a:cubicBezTo>
                  <a:pt x="6542635" y="10110103"/>
                  <a:pt x="6520587" y="10154740"/>
                  <a:pt x="6489477" y="10189140"/>
                </a:cubicBezTo>
                <a:cubicBezTo>
                  <a:pt x="6458367" y="10223540"/>
                  <a:pt x="6419869" y="10246143"/>
                  <a:pt x="6373983" y="10256948"/>
                </a:cubicBezTo>
                <a:cubicBezTo>
                  <a:pt x="6328097" y="10267754"/>
                  <a:pt x="6276977" y="10266488"/>
                  <a:pt x="6220621" y="10253152"/>
                </a:cubicBezTo>
                <a:cubicBezTo>
                  <a:pt x="6164760" y="10239932"/>
                  <a:pt x="6118335" y="10217722"/>
                  <a:pt x="6081346" y="10186521"/>
                </a:cubicBezTo>
                <a:cubicBezTo>
                  <a:pt x="6044357" y="10155320"/>
                  <a:pt x="6019166" y="10116732"/>
                  <a:pt x="6005772" y="10070755"/>
                </a:cubicBezTo>
                <a:cubicBezTo>
                  <a:pt x="5999074" y="10047767"/>
                  <a:pt x="5995719" y="10023482"/>
                  <a:pt x="5995705" y="9997899"/>
                </a:cubicBezTo>
                <a:close/>
                <a:moveTo>
                  <a:pt x="5500574" y="8613757"/>
                </a:moveTo>
                <a:lnTo>
                  <a:pt x="5510225" y="8572973"/>
                </a:lnTo>
                <a:cubicBezTo>
                  <a:pt x="5519818" y="8532437"/>
                  <a:pt x="5539489" y="8504465"/>
                  <a:pt x="5569236" y="8489057"/>
                </a:cubicBezTo>
                <a:cubicBezTo>
                  <a:pt x="5598984" y="8473650"/>
                  <a:pt x="5642530" y="8472731"/>
                  <a:pt x="5699874" y="8486302"/>
                </a:cubicBezTo>
                <a:cubicBezTo>
                  <a:pt x="5752769" y="8498819"/>
                  <a:pt x="5789431" y="8518719"/>
                  <a:pt x="5809859" y="8546001"/>
                </a:cubicBezTo>
                <a:cubicBezTo>
                  <a:pt x="5830288" y="8573283"/>
                  <a:pt x="5835471" y="8608180"/>
                  <a:pt x="5825410" y="8650694"/>
                </a:cubicBezTo>
                <a:lnTo>
                  <a:pt x="5816461" y="8688512"/>
                </a:lnTo>
                <a:close/>
                <a:moveTo>
                  <a:pt x="5140004" y="10104309"/>
                </a:moveTo>
                <a:lnTo>
                  <a:pt x="5264579" y="10133790"/>
                </a:lnTo>
                <a:lnTo>
                  <a:pt x="5272475" y="10100421"/>
                </a:lnTo>
                <a:cubicBezTo>
                  <a:pt x="5277155" y="10080647"/>
                  <a:pt x="5277178" y="10062904"/>
                  <a:pt x="5272544" y="10047190"/>
                </a:cubicBezTo>
                <a:cubicBezTo>
                  <a:pt x="5267910" y="10031477"/>
                  <a:pt x="5252740" y="10020578"/>
                  <a:pt x="5227034" y="10014495"/>
                </a:cubicBezTo>
                <a:cubicBezTo>
                  <a:pt x="5185509" y="10004668"/>
                  <a:pt x="5159248" y="10022989"/>
                  <a:pt x="5148251" y="10069457"/>
                </a:cubicBezTo>
                <a:close/>
                <a:moveTo>
                  <a:pt x="5637942" y="7957184"/>
                </a:moveTo>
                <a:cubicBezTo>
                  <a:pt x="5655607" y="7882537"/>
                  <a:pt x="5720301" y="7858434"/>
                  <a:pt x="5832023" y="7884873"/>
                </a:cubicBezTo>
                <a:cubicBezTo>
                  <a:pt x="5892828" y="7899262"/>
                  <a:pt x="5936078" y="7918894"/>
                  <a:pt x="5961774" y="7943769"/>
                </a:cubicBezTo>
                <a:cubicBezTo>
                  <a:pt x="5987471" y="7968643"/>
                  <a:pt x="5995639" y="8000854"/>
                  <a:pt x="5986280" y="8040401"/>
                </a:cubicBezTo>
                <a:cubicBezTo>
                  <a:pt x="5977272" y="8078466"/>
                  <a:pt x="5956151" y="8103745"/>
                  <a:pt x="5922917" y="8116240"/>
                </a:cubicBezTo>
                <a:cubicBezTo>
                  <a:pt x="5889682" y="8128734"/>
                  <a:pt x="5844887" y="8128312"/>
                  <a:pt x="5788532" y="8114976"/>
                </a:cubicBezTo>
                <a:cubicBezTo>
                  <a:pt x="5732176" y="8101639"/>
                  <a:pt x="5690766" y="8081399"/>
                  <a:pt x="5664302" y="8054255"/>
                </a:cubicBezTo>
                <a:cubicBezTo>
                  <a:pt x="5637838" y="8027111"/>
                  <a:pt x="5629051" y="7994754"/>
                  <a:pt x="5637942" y="7957184"/>
                </a:cubicBezTo>
                <a:close/>
                <a:moveTo>
                  <a:pt x="5629528" y="7612218"/>
                </a:moveTo>
                <a:lnTo>
                  <a:pt x="5713320" y="7632047"/>
                </a:lnTo>
                <a:lnTo>
                  <a:pt x="5715250" y="7623891"/>
                </a:lnTo>
                <a:cubicBezTo>
                  <a:pt x="5718292" y="7611037"/>
                  <a:pt x="5721227" y="7601944"/>
                  <a:pt x="5724055" y="7596610"/>
                </a:cubicBezTo>
                <a:cubicBezTo>
                  <a:pt x="5726883" y="7591276"/>
                  <a:pt x="5730785" y="7588023"/>
                  <a:pt x="5735761" y="7586852"/>
                </a:cubicBezTo>
                <a:cubicBezTo>
                  <a:pt x="5740736" y="7585680"/>
                  <a:pt x="5748415" y="7586322"/>
                  <a:pt x="5758796" y="7588779"/>
                </a:cubicBezTo>
                <a:lnTo>
                  <a:pt x="6041315" y="7655637"/>
                </a:lnTo>
                <a:cubicBezTo>
                  <a:pt x="6053179" y="7658445"/>
                  <a:pt x="6061102" y="7661364"/>
                  <a:pt x="6065083" y="7664394"/>
                </a:cubicBezTo>
                <a:cubicBezTo>
                  <a:pt x="6069064" y="7667424"/>
                  <a:pt x="6070912" y="7672299"/>
                  <a:pt x="6070627" y="7679018"/>
                </a:cubicBezTo>
                <a:cubicBezTo>
                  <a:pt x="6070342" y="7685737"/>
                  <a:pt x="6068153" y="7697748"/>
                  <a:pt x="6064058" y="7715050"/>
                </a:cubicBezTo>
                <a:lnTo>
                  <a:pt x="6147850" y="7734879"/>
                </a:lnTo>
                <a:lnTo>
                  <a:pt x="6201196" y="7509457"/>
                </a:lnTo>
                <a:lnTo>
                  <a:pt x="6117404" y="7489628"/>
                </a:lnTo>
                <a:cubicBezTo>
                  <a:pt x="6113778" y="7504953"/>
                  <a:pt x="6110768" y="7515464"/>
                  <a:pt x="6108376" y="7521162"/>
                </a:cubicBezTo>
                <a:cubicBezTo>
                  <a:pt x="6105983" y="7526861"/>
                  <a:pt x="6102423" y="7530325"/>
                  <a:pt x="6097694" y="7531555"/>
                </a:cubicBezTo>
                <a:cubicBezTo>
                  <a:pt x="6092966" y="7532785"/>
                  <a:pt x="6085164" y="7532113"/>
                  <a:pt x="6074288" y="7529540"/>
                </a:cubicBezTo>
                <a:lnTo>
                  <a:pt x="5755435" y="7454083"/>
                </a:lnTo>
                <a:lnTo>
                  <a:pt x="5755786" y="7452600"/>
                </a:lnTo>
                <a:lnTo>
                  <a:pt x="6165768" y="7440779"/>
                </a:lnTo>
                <a:lnTo>
                  <a:pt x="6190686" y="7335483"/>
                </a:lnTo>
                <a:lnTo>
                  <a:pt x="5830892" y="7135230"/>
                </a:lnTo>
                <a:lnTo>
                  <a:pt x="5831243" y="7133746"/>
                </a:lnTo>
                <a:lnTo>
                  <a:pt x="6150837" y="7209379"/>
                </a:lnTo>
                <a:cubicBezTo>
                  <a:pt x="6163196" y="7212303"/>
                  <a:pt x="6171008" y="7216240"/>
                  <a:pt x="6174274" y="7221190"/>
                </a:cubicBezTo>
                <a:cubicBezTo>
                  <a:pt x="6177540" y="7226139"/>
                  <a:pt x="6177302" y="7236523"/>
                  <a:pt x="6173558" y="7252342"/>
                </a:cubicBezTo>
                <a:lnTo>
                  <a:pt x="6170926" y="7263465"/>
                </a:lnTo>
                <a:lnTo>
                  <a:pt x="6254718" y="7283294"/>
                </a:lnTo>
                <a:lnTo>
                  <a:pt x="6310696" y="7046750"/>
                </a:lnTo>
                <a:lnTo>
                  <a:pt x="6226904" y="7026921"/>
                </a:lnTo>
                <a:lnTo>
                  <a:pt x="6224623" y="7036560"/>
                </a:lnTo>
                <a:cubicBezTo>
                  <a:pt x="6221581" y="7049413"/>
                  <a:pt x="6218581" y="7058230"/>
                  <a:pt x="6215623" y="7063012"/>
                </a:cubicBezTo>
                <a:cubicBezTo>
                  <a:pt x="6212664" y="7067793"/>
                  <a:pt x="6208661" y="7070369"/>
                  <a:pt x="6203614" y="7070741"/>
                </a:cubicBezTo>
                <a:cubicBezTo>
                  <a:pt x="6198567" y="7071113"/>
                  <a:pt x="6190111" y="7069895"/>
                  <a:pt x="6178247" y="7067087"/>
                </a:cubicBezTo>
                <a:lnTo>
                  <a:pt x="5891279" y="6999176"/>
                </a:lnTo>
                <a:cubicBezTo>
                  <a:pt x="5880897" y="6996719"/>
                  <a:pt x="5874292" y="6993198"/>
                  <a:pt x="5871461" y="6988613"/>
                </a:cubicBezTo>
                <a:cubicBezTo>
                  <a:pt x="5868631" y="6984028"/>
                  <a:pt x="5868737" y="6975309"/>
                  <a:pt x="5871779" y="6962456"/>
                </a:cubicBezTo>
                <a:lnTo>
                  <a:pt x="5876166" y="6943918"/>
                </a:lnTo>
                <a:lnTo>
                  <a:pt x="5792374" y="6924089"/>
                </a:lnTo>
                <a:lnTo>
                  <a:pt x="5726920" y="7200675"/>
                </a:lnTo>
                <a:cubicBezTo>
                  <a:pt x="5750143" y="7215045"/>
                  <a:pt x="5789202" y="7236948"/>
                  <a:pt x="5844096" y="7266383"/>
                </a:cubicBezTo>
                <a:cubicBezTo>
                  <a:pt x="5898991" y="7295818"/>
                  <a:pt x="5937471" y="7315756"/>
                  <a:pt x="5959535" y="7326198"/>
                </a:cubicBezTo>
                <a:lnTo>
                  <a:pt x="5959185" y="7327681"/>
                </a:lnTo>
                <a:cubicBezTo>
                  <a:pt x="5903482" y="7327027"/>
                  <a:pt x="5815648" y="7328689"/>
                  <a:pt x="5695684" y="7332665"/>
                </a:cubicBezTo>
                <a:close/>
                <a:moveTo>
                  <a:pt x="5353321" y="8779369"/>
                </a:moveTo>
                <a:lnTo>
                  <a:pt x="5437113" y="8799198"/>
                </a:lnTo>
                <a:lnTo>
                  <a:pt x="5439745" y="8788076"/>
                </a:lnTo>
                <a:cubicBezTo>
                  <a:pt x="5443489" y="8772256"/>
                  <a:pt x="5447676" y="8762285"/>
                  <a:pt x="5452306" y="8758160"/>
                </a:cubicBezTo>
                <a:cubicBezTo>
                  <a:pt x="5456936" y="8754036"/>
                  <a:pt x="5465678" y="8753494"/>
                  <a:pt x="5478531" y="8756536"/>
                </a:cubicBezTo>
                <a:lnTo>
                  <a:pt x="5770689" y="8825675"/>
                </a:lnTo>
                <a:cubicBezTo>
                  <a:pt x="5779587" y="8827781"/>
                  <a:pt x="5785751" y="8830414"/>
                  <a:pt x="5789179" y="8833575"/>
                </a:cubicBezTo>
                <a:cubicBezTo>
                  <a:pt x="5792607" y="8836735"/>
                  <a:pt x="5794267" y="8841304"/>
                  <a:pt x="5794157" y="8847281"/>
                </a:cubicBezTo>
                <a:cubicBezTo>
                  <a:pt x="5794048" y="8853259"/>
                  <a:pt x="5792472" y="8862674"/>
                  <a:pt x="5789431" y="8875527"/>
                </a:cubicBezTo>
                <a:lnTo>
                  <a:pt x="5787851" y="8882201"/>
                </a:lnTo>
                <a:lnTo>
                  <a:pt x="5871643" y="8902030"/>
                </a:lnTo>
                <a:lnTo>
                  <a:pt x="5934816" y="8635083"/>
                </a:lnTo>
                <a:cubicBezTo>
                  <a:pt x="5952247" y="8561426"/>
                  <a:pt x="5942629" y="8497289"/>
                  <a:pt x="5905961" y="8442673"/>
                </a:cubicBezTo>
                <a:cubicBezTo>
                  <a:pt x="5887757" y="8415918"/>
                  <a:pt x="5863534" y="8393089"/>
                  <a:pt x="5833292" y="8374186"/>
                </a:cubicBezTo>
                <a:cubicBezTo>
                  <a:pt x="5803050" y="8355284"/>
                  <a:pt x="5768897" y="8341328"/>
                  <a:pt x="5730833" y="8332320"/>
                </a:cubicBezTo>
                <a:cubicBezTo>
                  <a:pt x="5691285" y="8322961"/>
                  <a:pt x="5655205" y="8319905"/>
                  <a:pt x="5622593" y="8323149"/>
                </a:cubicBezTo>
                <a:cubicBezTo>
                  <a:pt x="5589981" y="8326394"/>
                  <a:pt x="5559355" y="8335591"/>
                  <a:pt x="5530712" y="8350738"/>
                </a:cubicBezTo>
                <a:cubicBezTo>
                  <a:pt x="5501459" y="8366262"/>
                  <a:pt x="5477215" y="8388192"/>
                  <a:pt x="5457981" y="8416529"/>
                </a:cubicBezTo>
                <a:cubicBezTo>
                  <a:pt x="5438746" y="8444865"/>
                  <a:pt x="5423689" y="8482020"/>
                  <a:pt x="5412809" y="8527994"/>
                </a:cubicBezTo>
                <a:close/>
                <a:moveTo>
                  <a:pt x="5239083" y="9262098"/>
                </a:moveTo>
                <a:lnTo>
                  <a:pt x="5322875" y="9281927"/>
                </a:lnTo>
                <a:lnTo>
                  <a:pt x="5326560" y="9266355"/>
                </a:lnTo>
                <a:cubicBezTo>
                  <a:pt x="5329602" y="9253502"/>
                  <a:pt x="5333408" y="9245137"/>
                  <a:pt x="5337980" y="9241260"/>
                </a:cubicBezTo>
                <a:cubicBezTo>
                  <a:pt x="5342552" y="9237383"/>
                  <a:pt x="5350523" y="9236789"/>
                  <a:pt x="5361893" y="9239480"/>
                </a:cubicBezTo>
                <a:lnTo>
                  <a:pt x="5656276" y="9309146"/>
                </a:lnTo>
                <a:cubicBezTo>
                  <a:pt x="5668634" y="9312070"/>
                  <a:pt x="5676076" y="9315920"/>
                  <a:pt x="5678601" y="9320693"/>
                </a:cubicBezTo>
                <a:cubicBezTo>
                  <a:pt x="5681125" y="9325467"/>
                  <a:pt x="5680691" y="9335022"/>
                  <a:pt x="5677298" y="9349358"/>
                </a:cubicBezTo>
                <a:lnTo>
                  <a:pt x="5673613" y="9364930"/>
                </a:lnTo>
                <a:lnTo>
                  <a:pt x="5757405" y="9384759"/>
                </a:lnTo>
                <a:lnTo>
                  <a:pt x="5856025" y="8968025"/>
                </a:lnTo>
                <a:lnTo>
                  <a:pt x="5695857" y="8930121"/>
                </a:lnTo>
                <a:lnTo>
                  <a:pt x="5670588" y="9036900"/>
                </a:lnTo>
                <a:lnTo>
                  <a:pt x="5694316" y="9042516"/>
                </a:lnTo>
                <a:cubicBezTo>
                  <a:pt x="5704698" y="9044972"/>
                  <a:pt x="5711967" y="9047345"/>
                  <a:pt x="5716123" y="9049634"/>
                </a:cubicBezTo>
                <a:cubicBezTo>
                  <a:pt x="5720280" y="9051923"/>
                  <a:pt x="5722915" y="9055678"/>
                  <a:pt x="5724028" y="9060901"/>
                </a:cubicBezTo>
                <a:cubicBezTo>
                  <a:pt x="5725141" y="9066124"/>
                  <a:pt x="5724352" y="9074420"/>
                  <a:pt x="5721662" y="9085790"/>
                </a:cubicBezTo>
                <a:lnTo>
                  <a:pt x="5702359" y="9167357"/>
                </a:lnTo>
                <a:lnTo>
                  <a:pt x="5589648" y="9140684"/>
                </a:lnTo>
                <a:lnTo>
                  <a:pt x="5625797" y="8987931"/>
                </a:lnTo>
                <a:lnTo>
                  <a:pt x="5521243" y="8963188"/>
                </a:lnTo>
                <a:lnTo>
                  <a:pt x="5485094" y="9115941"/>
                </a:lnTo>
                <a:lnTo>
                  <a:pt x="5385730" y="9092427"/>
                </a:lnTo>
                <a:lnTo>
                  <a:pt x="5404682" y="9012343"/>
                </a:lnTo>
                <a:cubicBezTo>
                  <a:pt x="5407139" y="9001962"/>
                  <a:pt x="5410936" y="8995291"/>
                  <a:pt x="5416074" y="8992331"/>
                </a:cubicBezTo>
                <a:cubicBezTo>
                  <a:pt x="5421212" y="8989370"/>
                  <a:pt x="5429466" y="8989235"/>
                  <a:pt x="5440836" y="8991926"/>
                </a:cubicBezTo>
                <a:lnTo>
                  <a:pt x="5464564" y="8997541"/>
                </a:lnTo>
                <a:lnTo>
                  <a:pt x="5489834" y="8890762"/>
                </a:lnTo>
                <a:lnTo>
                  <a:pt x="5335598" y="8854262"/>
                </a:lnTo>
                <a:close/>
                <a:moveTo>
                  <a:pt x="5125021" y="9744085"/>
                </a:moveTo>
                <a:lnTo>
                  <a:pt x="5208812" y="9763915"/>
                </a:lnTo>
                <a:lnTo>
                  <a:pt x="5212497" y="9748343"/>
                </a:lnTo>
                <a:cubicBezTo>
                  <a:pt x="5215539" y="9735490"/>
                  <a:pt x="5219346" y="9727125"/>
                  <a:pt x="5223918" y="9723247"/>
                </a:cubicBezTo>
                <a:cubicBezTo>
                  <a:pt x="5228489" y="9719370"/>
                  <a:pt x="5236460" y="9718776"/>
                  <a:pt x="5247830" y="9721467"/>
                </a:cubicBezTo>
                <a:lnTo>
                  <a:pt x="5542213" y="9791133"/>
                </a:lnTo>
                <a:cubicBezTo>
                  <a:pt x="5554572" y="9794058"/>
                  <a:pt x="5562013" y="9797907"/>
                  <a:pt x="5564538" y="9802681"/>
                </a:cubicBezTo>
                <a:cubicBezTo>
                  <a:pt x="5567063" y="9807454"/>
                  <a:pt x="5566629" y="9817009"/>
                  <a:pt x="5563236" y="9831345"/>
                </a:cubicBezTo>
                <a:lnTo>
                  <a:pt x="5559551" y="9846917"/>
                </a:lnTo>
                <a:lnTo>
                  <a:pt x="5643342" y="9866746"/>
                </a:lnTo>
                <a:lnTo>
                  <a:pt x="5741963" y="9450013"/>
                </a:lnTo>
                <a:lnTo>
                  <a:pt x="5581794" y="9412109"/>
                </a:lnTo>
                <a:lnTo>
                  <a:pt x="5556525" y="9518887"/>
                </a:lnTo>
                <a:lnTo>
                  <a:pt x="5580254" y="9524503"/>
                </a:lnTo>
                <a:cubicBezTo>
                  <a:pt x="5590635" y="9526960"/>
                  <a:pt x="5597904" y="9529332"/>
                  <a:pt x="5602061" y="9531621"/>
                </a:cubicBezTo>
                <a:cubicBezTo>
                  <a:pt x="5606217" y="9533910"/>
                  <a:pt x="5608852" y="9537666"/>
                  <a:pt x="5609965" y="9542888"/>
                </a:cubicBezTo>
                <a:cubicBezTo>
                  <a:pt x="5611079" y="9548111"/>
                  <a:pt x="5610290" y="9556407"/>
                  <a:pt x="5607599" y="9567777"/>
                </a:cubicBezTo>
                <a:lnTo>
                  <a:pt x="5588296" y="9649345"/>
                </a:lnTo>
                <a:lnTo>
                  <a:pt x="5475585" y="9622671"/>
                </a:lnTo>
                <a:lnTo>
                  <a:pt x="5511734" y="9469919"/>
                </a:lnTo>
                <a:lnTo>
                  <a:pt x="5407180" y="9445176"/>
                </a:lnTo>
                <a:lnTo>
                  <a:pt x="5371031" y="9597929"/>
                </a:lnTo>
                <a:lnTo>
                  <a:pt x="5271668" y="9574414"/>
                </a:lnTo>
                <a:lnTo>
                  <a:pt x="5290620" y="9494330"/>
                </a:lnTo>
                <a:cubicBezTo>
                  <a:pt x="5293076" y="9483949"/>
                  <a:pt x="5296874" y="9477278"/>
                  <a:pt x="5302011" y="9474318"/>
                </a:cubicBezTo>
                <a:cubicBezTo>
                  <a:pt x="5307149" y="9471357"/>
                  <a:pt x="5315403" y="9471222"/>
                  <a:pt x="5326773" y="9473913"/>
                </a:cubicBezTo>
                <a:lnTo>
                  <a:pt x="5350502" y="9479529"/>
                </a:lnTo>
                <a:lnTo>
                  <a:pt x="5375771" y="9372750"/>
                </a:lnTo>
                <a:lnTo>
                  <a:pt x="5221535" y="9336250"/>
                </a:lnTo>
                <a:close/>
                <a:moveTo>
                  <a:pt x="5000166" y="10271676"/>
                </a:moveTo>
                <a:lnTo>
                  <a:pt x="5058777" y="10024009"/>
                </a:lnTo>
                <a:cubicBezTo>
                  <a:pt x="5065913" y="9993854"/>
                  <a:pt x="5074198" y="9969321"/>
                  <a:pt x="5083632" y="9950412"/>
                </a:cubicBezTo>
                <a:lnTo>
                  <a:pt x="5108619" y="9919980"/>
                </a:lnTo>
                <a:lnTo>
                  <a:pt x="5330008" y="9919980"/>
                </a:lnTo>
                <a:lnTo>
                  <a:pt x="5364844" y="9964888"/>
                </a:lnTo>
                <a:lnTo>
                  <a:pt x="5497876" y="9932160"/>
                </a:lnTo>
                <a:cubicBezTo>
                  <a:pt x="5506475" y="9930019"/>
                  <a:pt x="5513823" y="9927647"/>
                  <a:pt x="5519920" y="9925044"/>
                </a:cubicBezTo>
                <a:lnTo>
                  <a:pt x="5528581" y="9919981"/>
                </a:lnTo>
                <a:lnTo>
                  <a:pt x="5630745" y="9919981"/>
                </a:lnTo>
                <a:lnTo>
                  <a:pt x="5596577" y="10064361"/>
                </a:lnTo>
                <a:lnTo>
                  <a:pt x="5371211" y="10103428"/>
                </a:lnTo>
                <a:lnTo>
                  <a:pt x="5358752" y="10156076"/>
                </a:lnTo>
                <a:lnTo>
                  <a:pt x="5462564" y="10180643"/>
                </a:lnTo>
                <a:cubicBezTo>
                  <a:pt x="5468991" y="10182164"/>
                  <a:pt x="5473849" y="10181486"/>
                  <a:pt x="5477140" y="10178611"/>
                </a:cubicBezTo>
                <a:cubicBezTo>
                  <a:pt x="5480431" y="10175736"/>
                  <a:pt x="5483246" y="10169354"/>
                  <a:pt x="5485586" y="10159467"/>
                </a:cubicBezTo>
                <a:lnTo>
                  <a:pt x="5490148" y="10140188"/>
                </a:lnTo>
                <a:lnTo>
                  <a:pt x="5573940" y="10160017"/>
                </a:lnTo>
                <a:lnTo>
                  <a:pt x="5518488" y="10394337"/>
                </a:lnTo>
                <a:lnTo>
                  <a:pt x="5434696" y="10374508"/>
                </a:lnTo>
                <a:lnTo>
                  <a:pt x="5438908" y="10356711"/>
                </a:lnTo>
                <a:cubicBezTo>
                  <a:pt x="5442066" y="10343364"/>
                  <a:pt x="5442260" y="10334274"/>
                  <a:pt x="5439488" y="10329442"/>
                </a:cubicBezTo>
                <a:cubicBezTo>
                  <a:pt x="5436716" y="10324610"/>
                  <a:pt x="5430387" y="10321024"/>
                  <a:pt x="5420500" y="10318684"/>
                </a:cubicBezTo>
                <a:lnTo>
                  <a:pt x="5125376" y="10248843"/>
                </a:lnTo>
                <a:cubicBezTo>
                  <a:pt x="5113017" y="10245918"/>
                  <a:pt x="5104399" y="10246489"/>
                  <a:pt x="5099521" y="10250555"/>
                </a:cubicBezTo>
                <a:cubicBezTo>
                  <a:pt x="5094644" y="10254621"/>
                  <a:pt x="5090684" y="10263080"/>
                  <a:pt x="5087643" y="10275933"/>
                </a:cubicBezTo>
                <a:lnTo>
                  <a:pt x="5083958" y="10291505"/>
                </a:lnTo>
                <a:close/>
                <a:moveTo>
                  <a:pt x="4890490" y="10735126"/>
                </a:moveTo>
                <a:lnTo>
                  <a:pt x="4987882" y="10323583"/>
                </a:lnTo>
                <a:lnTo>
                  <a:pt x="5142860" y="10360258"/>
                </a:lnTo>
                <a:lnTo>
                  <a:pt x="5117591" y="10467037"/>
                </a:lnTo>
                <a:lnTo>
                  <a:pt x="5096087" y="10461948"/>
                </a:lnTo>
                <a:cubicBezTo>
                  <a:pt x="5084222" y="10459140"/>
                  <a:pt x="5075532" y="10458911"/>
                  <a:pt x="5070017" y="10461260"/>
                </a:cubicBezTo>
                <a:cubicBezTo>
                  <a:pt x="5064502" y="10463609"/>
                  <a:pt x="5060282" y="10470963"/>
                  <a:pt x="5057357" y="10483321"/>
                </a:cubicBezTo>
                <a:lnTo>
                  <a:pt x="5037879" y="10565630"/>
                </a:lnTo>
                <a:lnTo>
                  <a:pt x="5136501" y="10588969"/>
                </a:lnTo>
                <a:lnTo>
                  <a:pt x="5170369" y="10445856"/>
                </a:lnTo>
                <a:lnTo>
                  <a:pt x="5274923" y="10470598"/>
                </a:lnTo>
                <a:lnTo>
                  <a:pt x="5241055" y="10613712"/>
                </a:lnTo>
                <a:lnTo>
                  <a:pt x="5343385" y="10637928"/>
                </a:lnTo>
                <a:cubicBezTo>
                  <a:pt x="5354261" y="10640502"/>
                  <a:pt x="5362137" y="10639756"/>
                  <a:pt x="5367015" y="10635690"/>
                </a:cubicBezTo>
                <a:cubicBezTo>
                  <a:pt x="5371892" y="10631623"/>
                  <a:pt x="5376261" y="10621434"/>
                  <a:pt x="5380122" y="10605120"/>
                </a:cubicBezTo>
                <a:lnTo>
                  <a:pt x="5384860" y="10585099"/>
                </a:lnTo>
                <a:lnTo>
                  <a:pt x="5468651" y="10604929"/>
                </a:lnTo>
                <a:lnTo>
                  <a:pt x="5408812" y="10857787"/>
                </a:lnTo>
                <a:lnTo>
                  <a:pt x="5325021" y="10837957"/>
                </a:lnTo>
                <a:lnTo>
                  <a:pt x="5328004" y="10825351"/>
                </a:lnTo>
                <a:cubicBezTo>
                  <a:pt x="5331747" y="10809532"/>
                  <a:pt x="5332292" y="10798959"/>
                  <a:pt x="5329637" y="10793633"/>
                </a:cubicBezTo>
                <a:cubicBezTo>
                  <a:pt x="5326982" y="10788307"/>
                  <a:pt x="5320217" y="10784356"/>
                  <a:pt x="5309342" y="10781783"/>
                </a:cubicBezTo>
                <a:lnTo>
                  <a:pt x="5017183" y="10712643"/>
                </a:lnTo>
                <a:cubicBezTo>
                  <a:pt x="5004330" y="10709602"/>
                  <a:pt x="4995341" y="10710085"/>
                  <a:pt x="4990217" y="10714092"/>
                </a:cubicBezTo>
                <a:cubicBezTo>
                  <a:pt x="4985092" y="10718100"/>
                  <a:pt x="4980775" y="10727519"/>
                  <a:pt x="4977265" y="10742349"/>
                </a:cubicBezTo>
                <a:lnTo>
                  <a:pt x="4974282" y="10754955"/>
                </a:lnTo>
                <a:close/>
                <a:moveTo>
                  <a:pt x="5537016" y="7927035"/>
                </a:moveTo>
                <a:cubicBezTo>
                  <a:pt x="5523680" y="7983391"/>
                  <a:pt x="5523709" y="8034556"/>
                  <a:pt x="5537103" y="8080533"/>
                </a:cubicBezTo>
                <a:cubicBezTo>
                  <a:pt x="5550497" y="8126509"/>
                  <a:pt x="5575688" y="8165098"/>
                  <a:pt x="5612677" y="8196298"/>
                </a:cubicBezTo>
                <a:cubicBezTo>
                  <a:pt x="5649666" y="8227499"/>
                  <a:pt x="5696091" y="8249709"/>
                  <a:pt x="5751952" y="8262929"/>
                </a:cubicBezTo>
                <a:cubicBezTo>
                  <a:pt x="5808308" y="8276265"/>
                  <a:pt x="5859428" y="8277531"/>
                  <a:pt x="5905314" y="8266726"/>
                </a:cubicBezTo>
                <a:cubicBezTo>
                  <a:pt x="5951200" y="8255920"/>
                  <a:pt x="5989698" y="8233318"/>
                  <a:pt x="6020808" y="8198917"/>
                </a:cubicBezTo>
                <a:cubicBezTo>
                  <a:pt x="6051918" y="8164517"/>
                  <a:pt x="6073966" y="8119881"/>
                  <a:pt x="6086952" y="8065008"/>
                </a:cubicBezTo>
                <a:cubicBezTo>
                  <a:pt x="6100639" y="8007170"/>
                  <a:pt x="6099680" y="7955523"/>
                  <a:pt x="6084075" y="7910067"/>
                </a:cubicBezTo>
                <a:cubicBezTo>
                  <a:pt x="6068469" y="7864612"/>
                  <a:pt x="6041073" y="7827067"/>
                  <a:pt x="6001886" y="7797434"/>
                </a:cubicBezTo>
                <a:cubicBezTo>
                  <a:pt x="5962699" y="7767802"/>
                  <a:pt x="5915422" y="7746434"/>
                  <a:pt x="5860055" y="7733331"/>
                </a:cubicBezTo>
                <a:cubicBezTo>
                  <a:pt x="5777993" y="7713911"/>
                  <a:pt x="5708464" y="7720949"/>
                  <a:pt x="5651467" y="7754443"/>
                </a:cubicBezTo>
                <a:cubicBezTo>
                  <a:pt x="5594469" y="7787937"/>
                  <a:pt x="5556319" y="7845468"/>
                  <a:pt x="5537016" y="7927035"/>
                </a:cubicBezTo>
                <a:close/>
                <a:moveTo>
                  <a:pt x="4236346" y="9919980"/>
                </a:moveTo>
                <a:lnTo>
                  <a:pt x="4240954" y="9909558"/>
                </a:lnTo>
                <a:cubicBezTo>
                  <a:pt x="4246079" y="9905551"/>
                  <a:pt x="4255562" y="9905185"/>
                  <a:pt x="4269403" y="9908460"/>
                </a:cubicBezTo>
                <a:lnTo>
                  <a:pt x="4318083" y="9919980"/>
                </a:lnTo>
                <a:close/>
                <a:moveTo>
                  <a:pt x="4141754" y="9928367"/>
                </a:moveTo>
                <a:lnTo>
                  <a:pt x="4143739" y="9919980"/>
                </a:lnTo>
                <a:lnTo>
                  <a:pt x="4236346" y="9919980"/>
                </a:lnTo>
                <a:lnTo>
                  <a:pt x="4227476" y="9940040"/>
                </a:lnTo>
                <a:lnTo>
                  <a:pt x="4225546" y="9948197"/>
                </a:lnTo>
                <a:close/>
                <a:moveTo>
                  <a:pt x="4070684" y="10228682"/>
                </a:moveTo>
                <a:lnTo>
                  <a:pt x="4121398" y="10014383"/>
                </a:lnTo>
                <a:lnTo>
                  <a:pt x="4450725" y="9952936"/>
                </a:lnTo>
                <a:lnTo>
                  <a:pt x="4451076" y="9951453"/>
                </a:lnTo>
                <a:lnTo>
                  <a:pt x="4318083" y="9919980"/>
                </a:lnTo>
                <a:lnTo>
                  <a:pt x="4695787" y="9919980"/>
                </a:lnTo>
                <a:lnTo>
                  <a:pt x="4669790" y="10029836"/>
                </a:lnTo>
                <a:lnTo>
                  <a:pt x="4307938" y="10106294"/>
                </a:lnTo>
                <a:lnTo>
                  <a:pt x="4307587" y="10107777"/>
                </a:lnTo>
                <a:lnTo>
                  <a:pt x="4518179" y="10157614"/>
                </a:lnTo>
                <a:cubicBezTo>
                  <a:pt x="4528560" y="10160070"/>
                  <a:pt x="4536160" y="10159389"/>
                  <a:pt x="4540979" y="10155570"/>
                </a:cubicBezTo>
                <a:cubicBezTo>
                  <a:pt x="4545798" y="10151752"/>
                  <a:pt x="4549904" y="10142674"/>
                  <a:pt x="4553296" y="10128338"/>
                </a:cubicBezTo>
                <a:lnTo>
                  <a:pt x="4556630" y="10114249"/>
                </a:lnTo>
                <a:lnTo>
                  <a:pt x="4640422" y="10134079"/>
                </a:lnTo>
                <a:lnTo>
                  <a:pt x="4589006" y="10351344"/>
                </a:lnTo>
                <a:lnTo>
                  <a:pt x="4505215" y="10331514"/>
                </a:lnTo>
                <a:lnTo>
                  <a:pt x="4508022" y="10319650"/>
                </a:lnTo>
                <a:cubicBezTo>
                  <a:pt x="4511766" y="10303831"/>
                  <a:pt x="4512492" y="10293040"/>
                  <a:pt x="4510202" y="10287278"/>
                </a:cubicBezTo>
                <a:cubicBezTo>
                  <a:pt x="4507911" y="10281515"/>
                  <a:pt x="4501081" y="10277289"/>
                  <a:pt x="4489711" y="10274598"/>
                </a:cubicBezTo>
                <a:lnTo>
                  <a:pt x="4195328" y="10204932"/>
                </a:lnTo>
                <a:cubicBezTo>
                  <a:pt x="4183464" y="10202125"/>
                  <a:pt x="4175034" y="10203001"/>
                  <a:pt x="4170040" y="10207561"/>
                </a:cubicBezTo>
                <a:cubicBezTo>
                  <a:pt x="4165045" y="10212122"/>
                  <a:pt x="4160969" y="10221076"/>
                  <a:pt x="4157810" y="10234423"/>
                </a:cubicBezTo>
                <a:lnTo>
                  <a:pt x="4154476" y="10248512"/>
                </a:lnTo>
                <a:close/>
                <a:moveTo>
                  <a:pt x="3999966" y="10527515"/>
                </a:moveTo>
                <a:lnTo>
                  <a:pt x="4057874" y="10282813"/>
                </a:lnTo>
                <a:lnTo>
                  <a:pt x="4141666" y="10302643"/>
                </a:lnTo>
                <a:lnTo>
                  <a:pt x="4137630" y="10319698"/>
                </a:lnTo>
                <a:cubicBezTo>
                  <a:pt x="4134588" y="10332551"/>
                  <a:pt x="4134642" y="10341699"/>
                  <a:pt x="4137791" y="10347142"/>
                </a:cubicBezTo>
                <a:cubicBezTo>
                  <a:pt x="4140940" y="10352586"/>
                  <a:pt x="4149188" y="10356887"/>
                  <a:pt x="4162536" y="10360046"/>
                </a:cubicBezTo>
                <a:lnTo>
                  <a:pt x="4453211" y="10428834"/>
                </a:lnTo>
                <a:cubicBezTo>
                  <a:pt x="4463098" y="10431174"/>
                  <a:pt x="4470698" y="10430493"/>
                  <a:pt x="4476011" y="10426791"/>
                </a:cubicBezTo>
                <a:cubicBezTo>
                  <a:pt x="4481325" y="10423089"/>
                  <a:pt x="4485561" y="10414564"/>
                  <a:pt x="4488719" y="10401217"/>
                </a:cubicBezTo>
                <a:lnTo>
                  <a:pt x="4492405" y="10385645"/>
                </a:lnTo>
                <a:lnTo>
                  <a:pt x="4576196" y="10405474"/>
                </a:lnTo>
                <a:lnTo>
                  <a:pt x="4518288" y="10650176"/>
                </a:lnTo>
                <a:lnTo>
                  <a:pt x="4434496" y="10630346"/>
                </a:lnTo>
                <a:lnTo>
                  <a:pt x="4437655" y="10616999"/>
                </a:lnTo>
                <a:cubicBezTo>
                  <a:pt x="4441281" y="10601674"/>
                  <a:pt x="4441891" y="10591378"/>
                  <a:pt x="4439483" y="10586110"/>
                </a:cubicBezTo>
                <a:cubicBezTo>
                  <a:pt x="4437076" y="10580842"/>
                  <a:pt x="4429692" y="10576746"/>
                  <a:pt x="4417334" y="10573821"/>
                </a:cubicBezTo>
                <a:lnTo>
                  <a:pt x="4122951" y="10504155"/>
                </a:lnTo>
                <a:cubicBezTo>
                  <a:pt x="4111581" y="10501464"/>
                  <a:pt x="4103639" y="10501934"/>
                  <a:pt x="4099126" y="10505564"/>
                </a:cubicBezTo>
                <a:cubicBezTo>
                  <a:pt x="4094613" y="10509194"/>
                  <a:pt x="4090484" y="10518919"/>
                  <a:pt x="4086741" y="10534738"/>
                </a:cubicBezTo>
                <a:lnTo>
                  <a:pt x="4083757" y="10547344"/>
                </a:lnTo>
                <a:close/>
                <a:moveTo>
                  <a:pt x="3659135" y="9919980"/>
                </a:moveTo>
                <a:lnTo>
                  <a:pt x="3797697" y="9919980"/>
                </a:lnTo>
                <a:lnTo>
                  <a:pt x="3777161" y="10006760"/>
                </a:lnTo>
                <a:lnTo>
                  <a:pt x="3665089" y="9980238"/>
                </a:lnTo>
                <a:lnTo>
                  <a:pt x="3666498" y="9974287"/>
                </a:lnTo>
                <a:cubicBezTo>
                  <a:pt x="3669940" y="9959741"/>
                  <a:pt x="3671034" y="9948479"/>
                  <a:pt x="3669780" y="9940502"/>
                </a:cubicBezTo>
                <a:close/>
                <a:moveTo>
                  <a:pt x="5235460" y="1547615"/>
                </a:moveTo>
                <a:lnTo>
                  <a:pt x="5419840" y="1662466"/>
                </a:lnTo>
                <a:lnTo>
                  <a:pt x="5451760" y="1527584"/>
                </a:lnTo>
                <a:lnTo>
                  <a:pt x="5235929" y="1545631"/>
                </a:lnTo>
                <a:close/>
                <a:moveTo>
                  <a:pt x="3798711" y="7618800"/>
                </a:moveTo>
                <a:lnTo>
                  <a:pt x="3799181" y="7616817"/>
                </a:lnTo>
                <a:lnTo>
                  <a:pt x="4015011" y="7598769"/>
                </a:lnTo>
                <a:lnTo>
                  <a:pt x="3983091" y="7733652"/>
                </a:lnTo>
                <a:close/>
                <a:moveTo>
                  <a:pt x="3342461" y="9546750"/>
                </a:moveTo>
                <a:lnTo>
                  <a:pt x="3342930" y="9544766"/>
                </a:lnTo>
                <a:lnTo>
                  <a:pt x="3558761" y="9526719"/>
                </a:lnTo>
                <a:lnTo>
                  <a:pt x="3526841" y="9661601"/>
                </a:lnTo>
                <a:close/>
                <a:moveTo>
                  <a:pt x="3916180" y="6936542"/>
                </a:moveTo>
                <a:lnTo>
                  <a:pt x="3929089" y="6881994"/>
                </a:lnTo>
                <a:cubicBezTo>
                  <a:pt x="3941920" y="6827777"/>
                  <a:pt x="3968229" y="6790364"/>
                  <a:pt x="4008016" y="6769757"/>
                </a:cubicBezTo>
                <a:cubicBezTo>
                  <a:pt x="4047804" y="6749149"/>
                  <a:pt x="4106046" y="6747920"/>
                  <a:pt x="4182745" y="6766071"/>
                </a:cubicBezTo>
                <a:cubicBezTo>
                  <a:pt x="4253491" y="6782813"/>
                  <a:pt x="4302526" y="6809430"/>
                  <a:pt x="4329849" y="6845919"/>
                </a:cubicBezTo>
                <a:cubicBezTo>
                  <a:pt x="4357172" y="6882408"/>
                  <a:pt x="4364105" y="6929084"/>
                  <a:pt x="4350649" y="6985946"/>
                </a:cubicBezTo>
                <a:lnTo>
                  <a:pt x="4338679" y="7036527"/>
                </a:lnTo>
                <a:close/>
                <a:moveTo>
                  <a:pt x="4276522" y="5307651"/>
                </a:moveTo>
                <a:cubicBezTo>
                  <a:pt x="4264786" y="5357240"/>
                  <a:pt x="4276782" y="5400226"/>
                  <a:pt x="4312509" y="5436609"/>
                </a:cubicBezTo>
                <a:cubicBezTo>
                  <a:pt x="4348236" y="5472993"/>
                  <a:pt x="4403787" y="5500104"/>
                  <a:pt x="4479163" y="5517941"/>
                </a:cubicBezTo>
                <a:cubicBezTo>
                  <a:pt x="4554537" y="5535779"/>
                  <a:pt x="4614411" y="5536508"/>
                  <a:pt x="4658785" y="5520127"/>
                </a:cubicBezTo>
                <a:cubicBezTo>
                  <a:pt x="4703158" y="5503746"/>
                  <a:pt x="4731212" y="5470762"/>
                  <a:pt x="4742947" y="5421173"/>
                </a:cubicBezTo>
                <a:cubicBezTo>
                  <a:pt x="4754526" y="5372245"/>
                  <a:pt x="4745632" y="5330166"/>
                  <a:pt x="4716264" y="5294939"/>
                </a:cubicBezTo>
                <a:cubicBezTo>
                  <a:pt x="4686897" y="5259712"/>
                  <a:pt x="4627254" y="5231458"/>
                  <a:pt x="4537332" y="5210178"/>
                </a:cubicBezTo>
                <a:cubicBezTo>
                  <a:pt x="4387242" y="5174659"/>
                  <a:pt x="4300305" y="5207151"/>
                  <a:pt x="4276522" y="5307651"/>
                </a:cubicBezTo>
                <a:close/>
                <a:moveTo>
                  <a:pt x="5250065" y="689287"/>
                </a:moveTo>
                <a:lnTo>
                  <a:pt x="5317895" y="402663"/>
                </a:lnTo>
                <a:lnTo>
                  <a:pt x="5758368" y="320477"/>
                </a:lnTo>
                <a:lnTo>
                  <a:pt x="5758838" y="318493"/>
                </a:lnTo>
                <a:lnTo>
                  <a:pt x="5515851" y="260990"/>
                </a:lnTo>
                <a:cubicBezTo>
                  <a:pt x="5497338" y="256609"/>
                  <a:pt x="5484655" y="257101"/>
                  <a:pt x="5477800" y="262460"/>
                </a:cubicBezTo>
                <a:cubicBezTo>
                  <a:pt x="5470946" y="267821"/>
                  <a:pt x="5464937" y="281409"/>
                  <a:pt x="5459774" y="303229"/>
                </a:cubicBezTo>
                <a:lnTo>
                  <a:pt x="5457192" y="314138"/>
                </a:lnTo>
                <a:lnTo>
                  <a:pt x="5345121" y="287617"/>
                </a:lnTo>
                <a:lnTo>
                  <a:pt x="5413185" y="0"/>
                </a:lnTo>
                <a:lnTo>
                  <a:pt x="5525257" y="26521"/>
                </a:lnTo>
                <a:lnTo>
                  <a:pt x="5519624" y="50324"/>
                </a:lnTo>
                <a:cubicBezTo>
                  <a:pt x="5515555" y="67515"/>
                  <a:pt x="5515297" y="79672"/>
                  <a:pt x="5518848" y="86796"/>
                </a:cubicBezTo>
                <a:cubicBezTo>
                  <a:pt x="5522398" y="93922"/>
                  <a:pt x="5532107" y="99361"/>
                  <a:pt x="5547976" y="103116"/>
                </a:cubicBezTo>
                <a:lnTo>
                  <a:pt x="6096431" y="232908"/>
                </a:lnTo>
                <a:lnTo>
                  <a:pt x="6051367" y="423331"/>
                </a:lnTo>
                <a:lnTo>
                  <a:pt x="5567391" y="525592"/>
                </a:lnTo>
                <a:lnTo>
                  <a:pt x="5566922" y="527577"/>
                </a:lnTo>
                <a:lnTo>
                  <a:pt x="5848588" y="594233"/>
                </a:lnTo>
                <a:cubicBezTo>
                  <a:pt x="5862473" y="597519"/>
                  <a:pt x="5872638" y="596608"/>
                  <a:pt x="5879083" y="591500"/>
                </a:cubicBezTo>
                <a:cubicBezTo>
                  <a:pt x="5885529" y="586392"/>
                  <a:pt x="5891020" y="574252"/>
                  <a:pt x="5895558" y="555076"/>
                </a:cubicBezTo>
                <a:lnTo>
                  <a:pt x="5900018" y="536233"/>
                </a:lnTo>
                <a:lnTo>
                  <a:pt x="6012089" y="562755"/>
                </a:lnTo>
                <a:lnTo>
                  <a:pt x="5943320" y="853346"/>
                </a:lnTo>
                <a:lnTo>
                  <a:pt x="5831249" y="826825"/>
                </a:lnTo>
                <a:lnTo>
                  <a:pt x="5835004" y="810957"/>
                </a:lnTo>
                <a:cubicBezTo>
                  <a:pt x="5840011" y="789798"/>
                  <a:pt x="5840983" y="775367"/>
                  <a:pt x="5837919" y="767660"/>
                </a:cubicBezTo>
                <a:cubicBezTo>
                  <a:pt x="5834855" y="759953"/>
                  <a:pt x="5825720" y="754298"/>
                  <a:pt x="5810513" y="750699"/>
                </a:cubicBezTo>
                <a:lnTo>
                  <a:pt x="5416776" y="657521"/>
                </a:lnTo>
                <a:cubicBezTo>
                  <a:pt x="5400907" y="653766"/>
                  <a:pt x="5389633" y="654939"/>
                  <a:pt x="5382953" y="661038"/>
                </a:cubicBezTo>
                <a:cubicBezTo>
                  <a:pt x="5376273" y="667138"/>
                  <a:pt x="5370820" y="679114"/>
                  <a:pt x="5366596" y="696965"/>
                </a:cubicBezTo>
                <a:lnTo>
                  <a:pt x="5362136" y="715809"/>
                </a:lnTo>
                <a:close/>
                <a:moveTo>
                  <a:pt x="5155040" y="1090830"/>
                </a:moveTo>
                <a:lnTo>
                  <a:pt x="5232493" y="763542"/>
                </a:lnTo>
                <a:lnTo>
                  <a:pt x="5344564" y="790064"/>
                </a:lnTo>
                <a:lnTo>
                  <a:pt x="5339166" y="812874"/>
                </a:lnTo>
                <a:cubicBezTo>
                  <a:pt x="5335097" y="830066"/>
                  <a:pt x="5335169" y="842302"/>
                  <a:pt x="5339381" y="849582"/>
                </a:cubicBezTo>
                <a:cubicBezTo>
                  <a:pt x="5343593" y="856862"/>
                  <a:pt x="5354625" y="862615"/>
                  <a:pt x="5372477" y="866840"/>
                </a:cubicBezTo>
                <a:lnTo>
                  <a:pt x="5761255" y="958844"/>
                </a:lnTo>
                <a:cubicBezTo>
                  <a:pt x="5774479" y="961974"/>
                  <a:pt x="5784644" y="961064"/>
                  <a:pt x="5791751" y="956112"/>
                </a:cubicBezTo>
                <a:cubicBezTo>
                  <a:pt x="5798857" y="951161"/>
                  <a:pt x="5804523" y="939759"/>
                  <a:pt x="5808748" y="921906"/>
                </a:cubicBezTo>
                <a:lnTo>
                  <a:pt x="5813676" y="901080"/>
                </a:lnTo>
                <a:lnTo>
                  <a:pt x="5925748" y="927601"/>
                </a:lnTo>
                <a:lnTo>
                  <a:pt x="5848295" y="1254889"/>
                </a:lnTo>
                <a:lnTo>
                  <a:pt x="5736224" y="1228367"/>
                </a:lnTo>
                <a:lnTo>
                  <a:pt x="5740448" y="1210515"/>
                </a:lnTo>
                <a:cubicBezTo>
                  <a:pt x="5745299" y="1190018"/>
                  <a:pt x="5746114" y="1176247"/>
                  <a:pt x="5742894" y="1169201"/>
                </a:cubicBezTo>
                <a:cubicBezTo>
                  <a:pt x="5739674" y="1162155"/>
                  <a:pt x="5729799" y="1156677"/>
                  <a:pt x="5713269" y="1152765"/>
                </a:cubicBezTo>
                <a:lnTo>
                  <a:pt x="5319532" y="1059587"/>
                </a:lnTo>
                <a:cubicBezTo>
                  <a:pt x="5304325" y="1055988"/>
                  <a:pt x="5293703" y="1056616"/>
                  <a:pt x="5287666" y="1061471"/>
                </a:cubicBezTo>
                <a:cubicBezTo>
                  <a:pt x="5281630" y="1066326"/>
                  <a:pt x="5276108" y="1079333"/>
                  <a:pt x="5271101" y="1100492"/>
                </a:cubicBezTo>
                <a:lnTo>
                  <a:pt x="5267111" y="1117351"/>
                </a:lnTo>
                <a:close/>
                <a:moveTo>
                  <a:pt x="4517279" y="3785779"/>
                </a:moveTo>
                <a:lnTo>
                  <a:pt x="4594732" y="3458491"/>
                </a:lnTo>
                <a:lnTo>
                  <a:pt x="4706803" y="3485013"/>
                </a:lnTo>
                <a:lnTo>
                  <a:pt x="4701874" y="3505840"/>
                </a:lnTo>
                <a:cubicBezTo>
                  <a:pt x="4697493" y="3524353"/>
                  <a:pt x="4697039" y="3537338"/>
                  <a:pt x="4700511" y="3544793"/>
                </a:cubicBezTo>
                <a:cubicBezTo>
                  <a:pt x="4703984" y="3552247"/>
                  <a:pt x="4713985" y="3557931"/>
                  <a:pt x="4730514" y="3561842"/>
                </a:cubicBezTo>
                <a:lnTo>
                  <a:pt x="5020115" y="3630376"/>
                </a:lnTo>
                <a:cubicBezTo>
                  <a:pt x="5058463" y="3639452"/>
                  <a:pt x="5090521" y="3639707"/>
                  <a:pt x="5116287" y="3631141"/>
                </a:cubicBezTo>
                <a:cubicBezTo>
                  <a:pt x="5142053" y="3622577"/>
                  <a:pt x="5159865" y="3597467"/>
                  <a:pt x="5169723" y="3555812"/>
                </a:cubicBezTo>
                <a:cubicBezTo>
                  <a:pt x="5179737" y="3513496"/>
                  <a:pt x="5174690" y="3482453"/>
                  <a:pt x="5154582" y="3462683"/>
                </a:cubicBezTo>
                <a:cubicBezTo>
                  <a:pt x="5134474" y="3442912"/>
                  <a:pt x="5106238" y="3428725"/>
                  <a:pt x="5069872" y="3420119"/>
                </a:cubicBezTo>
                <a:lnTo>
                  <a:pt x="4782255" y="3352054"/>
                </a:lnTo>
                <a:cubicBezTo>
                  <a:pt x="4766387" y="3348299"/>
                  <a:pt x="4754812" y="3348527"/>
                  <a:pt x="4747532" y="3352739"/>
                </a:cubicBezTo>
                <a:cubicBezTo>
                  <a:pt x="4740251" y="3356950"/>
                  <a:pt x="4734577" y="3367652"/>
                  <a:pt x="4730508" y="3384843"/>
                </a:cubicBezTo>
                <a:lnTo>
                  <a:pt x="4724875" y="3408646"/>
                </a:lnTo>
                <a:lnTo>
                  <a:pt x="4612804" y="3382124"/>
                </a:lnTo>
                <a:lnTo>
                  <a:pt x="4683685" y="3082606"/>
                </a:lnTo>
                <a:lnTo>
                  <a:pt x="4795756" y="3109128"/>
                </a:lnTo>
                <a:lnTo>
                  <a:pt x="4791297" y="3127972"/>
                </a:lnTo>
                <a:cubicBezTo>
                  <a:pt x="4786759" y="3147146"/>
                  <a:pt x="4785935" y="3160217"/>
                  <a:pt x="4788825" y="3167185"/>
                </a:cubicBezTo>
                <a:cubicBezTo>
                  <a:pt x="4791714" y="3174153"/>
                  <a:pt x="4801093" y="3179514"/>
                  <a:pt x="4816962" y="3183270"/>
                </a:cubicBezTo>
                <a:lnTo>
                  <a:pt x="5110529" y="3252742"/>
                </a:lnTo>
                <a:cubicBezTo>
                  <a:pt x="5203095" y="3274648"/>
                  <a:pt x="5266334" y="3313527"/>
                  <a:pt x="5300246" y="3369380"/>
                </a:cubicBezTo>
                <a:cubicBezTo>
                  <a:pt x="5334158" y="3425234"/>
                  <a:pt x="5340005" y="3500105"/>
                  <a:pt x="5317786" y="3593993"/>
                </a:cubicBezTo>
                <a:cubicBezTo>
                  <a:pt x="5293846" y="3695155"/>
                  <a:pt x="5253763" y="3764218"/>
                  <a:pt x="5197536" y="3801184"/>
                </a:cubicBezTo>
                <a:cubicBezTo>
                  <a:pt x="5141309" y="3838149"/>
                  <a:pt x="5068235" y="3845992"/>
                  <a:pt x="4978314" y="3824712"/>
                </a:cubicBezTo>
                <a:lnTo>
                  <a:pt x="4683755" y="3755005"/>
                </a:lnTo>
                <a:cubicBezTo>
                  <a:pt x="4669209" y="3751563"/>
                  <a:pt x="4658461" y="3751987"/>
                  <a:pt x="4651511" y="3756277"/>
                </a:cubicBezTo>
                <a:cubicBezTo>
                  <a:pt x="4644561" y="3760567"/>
                  <a:pt x="4639208" y="3770646"/>
                  <a:pt x="4635452" y="3786515"/>
                </a:cubicBezTo>
                <a:lnTo>
                  <a:pt x="4629350" y="3812301"/>
                </a:lnTo>
                <a:close/>
                <a:moveTo>
                  <a:pt x="4333412" y="4562734"/>
                </a:moveTo>
                <a:lnTo>
                  <a:pt x="4407579" y="4249331"/>
                </a:lnTo>
                <a:lnTo>
                  <a:pt x="4519650" y="4275853"/>
                </a:lnTo>
                <a:cubicBezTo>
                  <a:pt x="4514330" y="4298333"/>
                  <a:pt x="4513163" y="4313592"/>
                  <a:pt x="4516148" y="4321629"/>
                </a:cubicBezTo>
                <a:cubicBezTo>
                  <a:pt x="4519134" y="4329668"/>
                  <a:pt x="4529222" y="4335720"/>
                  <a:pt x="4546413" y="4339789"/>
                </a:cubicBezTo>
                <a:lnTo>
                  <a:pt x="4645591" y="4363259"/>
                </a:lnTo>
                <a:lnTo>
                  <a:pt x="4689481" y="4177796"/>
                </a:lnTo>
                <a:lnTo>
                  <a:pt x="4590303" y="4154325"/>
                </a:lnTo>
                <a:cubicBezTo>
                  <a:pt x="4573773" y="4150414"/>
                  <a:pt x="4562207" y="4151342"/>
                  <a:pt x="4555606" y="4157111"/>
                </a:cubicBezTo>
                <a:cubicBezTo>
                  <a:pt x="4549004" y="4162880"/>
                  <a:pt x="4543199" y="4176343"/>
                  <a:pt x="4538192" y="4197502"/>
                </a:cubicBezTo>
                <a:lnTo>
                  <a:pt x="4426121" y="4170980"/>
                </a:lnTo>
                <a:lnTo>
                  <a:pt x="4499584" y="3860552"/>
                </a:lnTo>
                <a:lnTo>
                  <a:pt x="4611655" y="3887074"/>
                </a:lnTo>
                <a:lnTo>
                  <a:pt x="4608839" y="3898975"/>
                </a:lnTo>
                <a:cubicBezTo>
                  <a:pt x="4605083" y="3914844"/>
                  <a:pt x="4603045" y="3926406"/>
                  <a:pt x="4602725" y="3933661"/>
                </a:cubicBezTo>
                <a:cubicBezTo>
                  <a:pt x="4602404" y="3940916"/>
                  <a:pt x="4604498" y="3946823"/>
                  <a:pt x="4609004" y="3951381"/>
                </a:cubicBezTo>
                <a:cubicBezTo>
                  <a:pt x="4613512" y="3955938"/>
                  <a:pt x="4622047" y="3959704"/>
                  <a:pt x="4634609" y="3962677"/>
                </a:cubicBezTo>
                <a:lnTo>
                  <a:pt x="5026363" y="4055386"/>
                </a:lnTo>
                <a:cubicBezTo>
                  <a:pt x="5042893" y="4059297"/>
                  <a:pt x="5054293" y="4058329"/>
                  <a:pt x="5060564" y="4052482"/>
                </a:cubicBezTo>
                <a:cubicBezTo>
                  <a:pt x="5066836" y="4046635"/>
                  <a:pt x="5072553" y="4032802"/>
                  <a:pt x="5077716" y="4010982"/>
                </a:cubicBezTo>
                <a:lnTo>
                  <a:pt x="5080768" y="3998089"/>
                </a:lnTo>
                <a:lnTo>
                  <a:pt x="5192839" y="4024611"/>
                </a:lnTo>
                <a:lnTo>
                  <a:pt x="5119376" y="4335039"/>
                </a:lnTo>
                <a:lnTo>
                  <a:pt x="5007305" y="4308517"/>
                </a:lnTo>
                <a:cubicBezTo>
                  <a:pt x="5012468" y="4286698"/>
                  <a:pt x="5013684" y="4271974"/>
                  <a:pt x="5010951" y="4264345"/>
                </a:cubicBezTo>
                <a:cubicBezTo>
                  <a:pt x="5008218" y="4256716"/>
                  <a:pt x="4998256" y="4250867"/>
                  <a:pt x="4981065" y="4246799"/>
                </a:cubicBezTo>
                <a:lnTo>
                  <a:pt x="4837256" y="4212767"/>
                </a:lnTo>
                <a:lnTo>
                  <a:pt x="4793366" y="4398230"/>
                </a:lnTo>
                <a:lnTo>
                  <a:pt x="4941142" y="4433201"/>
                </a:lnTo>
                <a:cubicBezTo>
                  <a:pt x="4955027" y="4436487"/>
                  <a:pt x="4965105" y="4435207"/>
                  <a:pt x="4971376" y="4429359"/>
                </a:cubicBezTo>
                <a:cubicBezTo>
                  <a:pt x="4977647" y="4423512"/>
                  <a:pt x="4983443" y="4409348"/>
                  <a:pt x="4988763" y="4386868"/>
                </a:cubicBezTo>
                <a:lnTo>
                  <a:pt x="5100834" y="4413390"/>
                </a:lnTo>
                <a:lnTo>
                  <a:pt x="5026667" y="4726793"/>
                </a:lnTo>
                <a:lnTo>
                  <a:pt x="4914596" y="4700271"/>
                </a:lnTo>
                <a:lnTo>
                  <a:pt x="4919290" y="4680435"/>
                </a:lnTo>
                <a:cubicBezTo>
                  <a:pt x="4924141" y="4659938"/>
                  <a:pt x="4924586" y="4646254"/>
                  <a:pt x="4920627" y="4639382"/>
                </a:cubicBezTo>
                <a:cubicBezTo>
                  <a:pt x="4916667" y="4632510"/>
                  <a:pt x="4905761" y="4626963"/>
                  <a:pt x="4887909" y="4622738"/>
                </a:cubicBezTo>
                <a:lnTo>
                  <a:pt x="4501114" y="4531203"/>
                </a:lnTo>
                <a:cubicBezTo>
                  <a:pt x="4485246" y="4527447"/>
                  <a:pt x="4473885" y="4528250"/>
                  <a:pt x="4467031" y="4533609"/>
                </a:cubicBezTo>
                <a:cubicBezTo>
                  <a:pt x="4460177" y="4538969"/>
                  <a:pt x="4454481" y="4551237"/>
                  <a:pt x="4449943" y="4570412"/>
                </a:cubicBezTo>
                <a:lnTo>
                  <a:pt x="4445483" y="4589256"/>
                </a:lnTo>
                <a:close/>
                <a:moveTo>
                  <a:pt x="4023060" y="5874171"/>
                </a:moveTo>
                <a:lnTo>
                  <a:pt x="4062922" y="5705730"/>
                </a:lnTo>
                <a:lnTo>
                  <a:pt x="4174993" y="5732251"/>
                </a:lnTo>
                <a:lnTo>
                  <a:pt x="4170534" y="5751095"/>
                </a:lnTo>
                <a:cubicBezTo>
                  <a:pt x="4165996" y="5770269"/>
                  <a:pt x="4165171" y="5783341"/>
                  <a:pt x="4168061" y="5790309"/>
                </a:cubicBezTo>
                <a:cubicBezTo>
                  <a:pt x="4170951" y="5797276"/>
                  <a:pt x="4180330" y="5802638"/>
                  <a:pt x="4196198" y="5806393"/>
                </a:cubicBezTo>
                <a:lnTo>
                  <a:pt x="4482604" y="5874171"/>
                </a:lnTo>
                <a:close/>
                <a:moveTo>
                  <a:pt x="3719230" y="7158048"/>
                </a:moveTo>
                <a:lnTo>
                  <a:pt x="3831301" y="7184570"/>
                </a:lnTo>
                <a:lnTo>
                  <a:pt x="3834822" y="7169694"/>
                </a:lnTo>
                <a:cubicBezTo>
                  <a:pt x="3839829" y="7148536"/>
                  <a:pt x="3845429" y="7135199"/>
                  <a:pt x="3851621" y="7129682"/>
                </a:cubicBezTo>
                <a:cubicBezTo>
                  <a:pt x="3857815" y="7124165"/>
                  <a:pt x="3869506" y="7123441"/>
                  <a:pt x="3886697" y="7127509"/>
                </a:cubicBezTo>
                <a:lnTo>
                  <a:pt x="4277459" y="7219984"/>
                </a:lnTo>
                <a:cubicBezTo>
                  <a:pt x="4289361" y="7222800"/>
                  <a:pt x="4297604" y="7226321"/>
                  <a:pt x="4302190" y="7230548"/>
                </a:cubicBezTo>
                <a:cubicBezTo>
                  <a:pt x="4306775" y="7234775"/>
                  <a:pt x="4308994" y="7240887"/>
                  <a:pt x="4308848" y="7248882"/>
                </a:cubicBezTo>
                <a:cubicBezTo>
                  <a:pt x="4308701" y="7256876"/>
                  <a:pt x="4306594" y="7269469"/>
                  <a:pt x="4302526" y="7286660"/>
                </a:cubicBezTo>
                <a:lnTo>
                  <a:pt x="4300414" y="7295586"/>
                </a:lnTo>
                <a:lnTo>
                  <a:pt x="4412485" y="7322107"/>
                </a:lnTo>
                <a:lnTo>
                  <a:pt x="4496979" y="6965066"/>
                </a:lnTo>
                <a:cubicBezTo>
                  <a:pt x="4520293" y="6866550"/>
                  <a:pt x="4507428" y="6780767"/>
                  <a:pt x="4458385" y="6707717"/>
                </a:cubicBezTo>
                <a:cubicBezTo>
                  <a:pt x="4434037" y="6671932"/>
                  <a:pt x="4401639" y="6641399"/>
                  <a:pt x="4361191" y="6616117"/>
                </a:cubicBezTo>
                <a:cubicBezTo>
                  <a:pt x="4320742" y="6590835"/>
                  <a:pt x="4275062" y="6572170"/>
                  <a:pt x="4224151" y="6560122"/>
                </a:cubicBezTo>
                <a:cubicBezTo>
                  <a:pt x="4171256" y="6547604"/>
                  <a:pt x="4122999" y="6543515"/>
                  <a:pt x="4079381" y="6547856"/>
                </a:cubicBezTo>
                <a:cubicBezTo>
                  <a:pt x="4035763" y="6552196"/>
                  <a:pt x="3994799" y="6564495"/>
                  <a:pt x="3956490" y="6584754"/>
                </a:cubicBezTo>
                <a:cubicBezTo>
                  <a:pt x="3917364" y="6605518"/>
                  <a:pt x="3884938" y="6634850"/>
                  <a:pt x="3859212" y="6672749"/>
                </a:cubicBezTo>
                <a:cubicBezTo>
                  <a:pt x="3833485" y="6710649"/>
                  <a:pt x="3813347" y="6760344"/>
                  <a:pt x="3798795" y="6821835"/>
                </a:cubicBezTo>
                <a:close/>
                <a:moveTo>
                  <a:pt x="2930902" y="10489240"/>
                </a:moveTo>
                <a:lnTo>
                  <a:pt x="3065617" y="9919980"/>
                </a:lnTo>
                <a:lnTo>
                  <a:pt x="3307549" y="9919981"/>
                </a:lnTo>
                <a:lnTo>
                  <a:pt x="3283459" y="10021780"/>
                </a:lnTo>
                <a:lnTo>
                  <a:pt x="3218993" y="10006524"/>
                </a:lnTo>
                <a:cubicBezTo>
                  <a:pt x="3206430" y="10003551"/>
                  <a:pt x="3197822" y="10003783"/>
                  <a:pt x="3193168" y="10007220"/>
                </a:cubicBezTo>
                <a:cubicBezTo>
                  <a:pt x="3188515" y="10010657"/>
                  <a:pt x="3184388" y="10019980"/>
                  <a:pt x="3180790" y="10035187"/>
                </a:cubicBezTo>
                <a:lnTo>
                  <a:pt x="3167177" y="10092710"/>
                </a:lnTo>
                <a:lnTo>
                  <a:pt x="3573807" y="10188939"/>
                </a:lnTo>
                <a:cubicBezTo>
                  <a:pt x="3591659" y="10193164"/>
                  <a:pt x="3603556" y="10192314"/>
                  <a:pt x="3609496" y="10186388"/>
                </a:cubicBezTo>
                <a:cubicBezTo>
                  <a:pt x="3615437" y="10180463"/>
                  <a:pt x="3621145" y="10165929"/>
                  <a:pt x="3626622" y="10142788"/>
                </a:cubicBezTo>
                <a:lnTo>
                  <a:pt x="3631316" y="10122952"/>
                </a:lnTo>
                <a:lnTo>
                  <a:pt x="3743387" y="10149474"/>
                </a:lnTo>
                <a:lnTo>
                  <a:pt x="3661944" y="10493622"/>
                </a:lnTo>
                <a:lnTo>
                  <a:pt x="3549873" y="10467101"/>
                </a:lnTo>
                <a:lnTo>
                  <a:pt x="3558088" y="10432388"/>
                </a:lnTo>
                <a:cubicBezTo>
                  <a:pt x="3562313" y="10414536"/>
                  <a:pt x="3562241" y="10402300"/>
                  <a:pt x="3557872" y="10395681"/>
                </a:cubicBezTo>
                <a:cubicBezTo>
                  <a:pt x="3553504" y="10389061"/>
                  <a:pt x="3544708" y="10384187"/>
                  <a:pt x="3531484" y="10381057"/>
                </a:cubicBezTo>
                <a:lnTo>
                  <a:pt x="3121878" y="10284124"/>
                </a:lnTo>
                <a:lnTo>
                  <a:pt x="3108735" y="10339664"/>
                </a:lnTo>
                <a:cubicBezTo>
                  <a:pt x="3104823" y="10356193"/>
                  <a:pt x="3104177" y="10367038"/>
                  <a:pt x="3106797" y="10372196"/>
                </a:cubicBezTo>
                <a:cubicBezTo>
                  <a:pt x="3109416" y="10377354"/>
                  <a:pt x="3118660" y="10381811"/>
                  <a:pt x="3134528" y="10385566"/>
                </a:cubicBezTo>
                <a:lnTo>
                  <a:pt x="3194036" y="10399649"/>
                </a:lnTo>
                <a:lnTo>
                  <a:pt x="3160003" y="10543457"/>
                </a:lnTo>
                <a:close/>
                <a:moveTo>
                  <a:pt x="5029524" y="1585808"/>
                </a:moveTo>
                <a:lnTo>
                  <a:pt x="5076935" y="1385467"/>
                </a:lnTo>
                <a:lnTo>
                  <a:pt x="5626088" y="1335285"/>
                </a:lnTo>
                <a:cubicBezTo>
                  <a:pt x="5651769" y="1332984"/>
                  <a:pt x="5670524" y="1330440"/>
                  <a:pt x="5682355" y="1327654"/>
                </a:cubicBezTo>
                <a:cubicBezTo>
                  <a:pt x="5694186" y="1324868"/>
                  <a:pt x="5703071" y="1320513"/>
                  <a:pt x="5709012" y="1314587"/>
                </a:cubicBezTo>
                <a:cubicBezTo>
                  <a:pt x="5714953" y="1308662"/>
                  <a:pt x="5719331" y="1299748"/>
                  <a:pt x="5722148" y="1287847"/>
                </a:cubicBezTo>
                <a:lnTo>
                  <a:pt x="5725434" y="1273962"/>
                </a:lnTo>
                <a:lnTo>
                  <a:pt x="5837505" y="1300483"/>
                </a:lnTo>
                <a:lnTo>
                  <a:pt x="5763103" y="1614879"/>
                </a:lnTo>
                <a:lnTo>
                  <a:pt x="5651032" y="1588357"/>
                </a:lnTo>
                <a:lnTo>
                  <a:pt x="5656430" y="1565546"/>
                </a:lnTo>
                <a:cubicBezTo>
                  <a:pt x="5660968" y="1546371"/>
                  <a:pt x="5656955" y="1535298"/>
                  <a:pt x="5644393" y="1532325"/>
                </a:cubicBezTo>
                <a:cubicBezTo>
                  <a:pt x="5635136" y="1530134"/>
                  <a:pt x="5615449" y="1530712"/>
                  <a:pt x="5585332" y="1534059"/>
                </a:cubicBezTo>
                <a:lnTo>
                  <a:pt x="5541677" y="1718529"/>
                </a:lnTo>
                <a:cubicBezTo>
                  <a:pt x="5544166" y="1719816"/>
                  <a:pt x="5550852" y="1724017"/>
                  <a:pt x="5561736" y="1731131"/>
                </a:cubicBezTo>
                <a:cubicBezTo>
                  <a:pt x="5572620" y="1738245"/>
                  <a:pt x="5582360" y="1742819"/>
                  <a:pt x="5590956" y="1744853"/>
                </a:cubicBezTo>
                <a:cubicBezTo>
                  <a:pt x="5598890" y="1746731"/>
                  <a:pt x="5605410" y="1744259"/>
                  <a:pt x="5610515" y="1737438"/>
                </a:cubicBezTo>
                <a:cubicBezTo>
                  <a:pt x="5615621" y="1730617"/>
                  <a:pt x="5619972" y="1719603"/>
                  <a:pt x="5623571" y="1704395"/>
                </a:cubicBezTo>
                <a:lnTo>
                  <a:pt x="5735643" y="1730917"/>
                </a:lnTo>
                <a:lnTo>
                  <a:pt x="5670160" y="2007624"/>
                </a:lnTo>
                <a:lnTo>
                  <a:pt x="5558089" y="1981102"/>
                </a:lnTo>
                <a:lnTo>
                  <a:pt x="5559497" y="1975152"/>
                </a:lnTo>
                <a:cubicBezTo>
                  <a:pt x="5562939" y="1960605"/>
                  <a:pt x="5564033" y="1949344"/>
                  <a:pt x="5562779" y="1941367"/>
                </a:cubicBezTo>
                <a:cubicBezTo>
                  <a:pt x="5561525" y="1933389"/>
                  <a:pt x="5557809" y="1926226"/>
                  <a:pt x="5551631" y="1919877"/>
                </a:cubicBezTo>
                <a:cubicBezTo>
                  <a:pt x="5545453" y="1913527"/>
                  <a:pt x="5534143" y="1905264"/>
                  <a:pt x="5517698" y="1895090"/>
                </a:cubicBezTo>
                <a:close/>
                <a:moveTo>
                  <a:pt x="3592775" y="7656993"/>
                </a:moveTo>
                <a:lnTo>
                  <a:pt x="4080950" y="7966275"/>
                </a:lnTo>
                <a:cubicBezTo>
                  <a:pt x="4097394" y="7976450"/>
                  <a:pt x="4108704" y="7984713"/>
                  <a:pt x="4114882" y="7991062"/>
                </a:cubicBezTo>
                <a:cubicBezTo>
                  <a:pt x="4121060" y="7997412"/>
                  <a:pt x="4124776" y="8004575"/>
                  <a:pt x="4126030" y="8012552"/>
                </a:cubicBezTo>
                <a:cubicBezTo>
                  <a:pt x="4127284" y="8020530"/>
                  <a:pt x="4126190" y="8031791"/>
                  <a:pt x="4122748" y="8046337"/>
                </a:cubicBezTo>
                <a:lnTo>
                  <a:pt x="4121340" y="8052288"/>
                </a:lnTo>
                <a:lnTo>
                  <a:pt x="4233411" y="8078810"/>
                </a:lnTo>
                <a:lnTo>
                  <a:pt x="4298894" y="7802102"/>
                </a:lnTo>
                <a:lnTo>
                  <a:pt x="4186823" y="7775580"/>
                </a:lnTo>
                <a:cubicBezTo>
                  <a:pt x="4183224" y="7790789"/>
                  <a:pt x="4178872" y="7801803"/>
                  <a:pt x="4173766" y="7808624"/>
                </a:cubicBezTo>
                <a:cubicBezTo>
                  <a:pt x="4168661" y="7815445"/>
                  <a:pt x="4162141" y="7817916"/>
                  <a:pt x="4154207" y="7816039"/>
                </a:cubicBezTo>
                <a:cubicBezTo>
                  <a:pt x="4145612" y="7814005"/>
                  <a:pt x="4135871" y="7809431"/>
                  <a:pt x="4124987" y="7802317"/>
                </a:cubicBezTo>
                <a:cubicBezTo>
                  <a:pt x="4114103" y="7795203"/>
                  <a:pt x="4107417" y="7791002"/>
                  <a:pt x="4104928" y="7789715"/>
                </a:cubicBezTo>
                <a:lnTo>
                  <a:pt x="4148583" y="7605244"/>
                </a:lnTo>
                <a:cubicBezTo>
                  <a:pt x="4178701" y="7601897"/>
                  <a:pt x="4198387" y="7601320"/>
                  <a:pt x="4207644" y="7603510"/>
                </a:cubicBezTo>
                <a:cubicBezTo>
                  <a:pt x="4220206" y="7606483"/>
                  <a:pt x="4224219" y="7617557"/>
                  <a:pt x="4219681" y="7636732"/>
                </a:cubicBezTo>
                <a:lnTo>
                  <a:pt x="4214283" y="7659542"/>
                </a:lnTo>
                <a:lnTo>
                  <a:pt x="4326354" y="7686064"/>
                </a:lnTo>
                <a:lnTo>
                  <a:pt x="4400756" y="7371669"/>
                </a:lnTo>
                <a:lnTo>
                  <a:pt x="4288685" y="7345147"/>
                </a:lnTo>
                <a:lnTo>
                  <a:pt x="4285399" y="7359033"/>
                </a:lnTo>
                <a:cubicBezTo>
                  <a:pt x="4282582" y="7370934"/>
                  <a:pt x="4278204" y="7379848"/>
                  <a:pt x="4272263" y="7385773"/>
                </a:cubicBezTo>
                <a:cubicBezTo>
                  <a:pt x="4266323" y="7391698"/>
                  <a:pt x="4257437" y="7396054"/>
                  <a:pt x="4245606" y="7398840"/>
                </a:cubicBezTo>
                <a:cubicBezTo>
                  <a:pt x="4233775" y="7401626"/>
                  <a:pt x="4215020" y="7404170"/>
                  <a:pt x="4189339" y="7406471"/>
                </a:cubicBezTo>
                <a:lnTo>
                  <a:pt x="3640186" y="7456653"/>
                </a:lnTo>
                <a:close/>
                <a:moveTo>
                  <a:pt x="4882397" y="2141133"/>
                </a:moveTo>
                <a:cubicBezTo>
                  <a:pt x="4901486" y="2060468"/>
                  <a:pt x="4932895" y="1989701"/>
                  <a:pt x="4976625" y="1928831"/>
                </a:cubicBezTo>
                <a:lnTo>
                  <a:pt x="5167047" y="1973895"/>
                </a:lnTo>
                <a:lnTo>
                  <a:pt x="5132076" y="2121670"/>
                </a:lnTo>
                <a:lnTo>
                  <a:pt x="5086454" y="2110874"/>
                </a:lnTo>
                <a:cubicBezTo>
                  <a:pt x="5059346" y="2104458"/>
                  <a:pt x="5038433" y="2105793"/>
                  <a:pt x="5023715" y="2114878"/>
                </a:cubicBezTo>
                <a:cubicBezTo>
                  <a:pt x="5008997" y="2123963"/>
                  <a:pt x="4998821" y="2140407"/>
                  <a:pt x="4993188" y="2164210"/>
                </a:cubicBezTo>
                <a:cubicBezTo>
                  <a:pt x="4987086" y="2189996"/>
                  <a:pt x="4989891" y="2209861"/>
                  <a:pt x="5001603" y="2223804"/>
                </a:cubicBezTo>
                <a:cubicBezTo>
                  <a:pt x="5013315" y="2237746"/>
                  <a:pt x="5026775" y="2246518"/>
                  <a:pt x="5041982" y="2250117"/>
                </a:cubicBezTo>
                <a:cubicBezTo>
                  <a:pt x="5056528" y="2253559"/>
                  <a:pt x="5070478" y="2252148"/>
                  <a:pt x="5083830" y="2245882"/>
                </a:cubicBezTo>
                <a:cubicBezTo>
                  <a:pt x="5097183" y="2239616"/>
                  <a:pt x="5110452" y="2230012"/>
                  <a:pt x="5123638" y="2217075"/>
                </a:cubicBezTo>
                <a:cubicBezTo>
                  <a:pt x="5136824" y="2204135"/>
                  <a:pt x="5155846" y="2183501"/>
                  <a:pt x="5180704" y="2155172"/>
                </a:cubicBezTo>
                <a:cubicBezTo>
                  <a:pt x="5189627" y="2144017"/>
                  <a:pt x="5198316" y="2133854"/>
                  <a:pt x="5206770" y="2124683"/>
                </a:cubicBezTo>
                <a:cubicBezTo>
                  <a:pt x="5235369" y="2092351"/>
                  <a:pt x="5260962" y="2066814"/>
                  <a:pt x="5283551" y="2048071"/>
                </a:cubicBezTo>
                <a:cubicBezTo>
                  <a:pt x="5306141" y="2029328"/>
                  <a:pt x="5332176" y="2015939"/>
                  <a:pt x="5361656" y="2007905"/>
                </a:cubicBezTo>
                <a:cubicBezTo>
                  <a:pt x="5391138" y="1999870"/>
                  <a:pt x="5425053" y="2000391"/>
                  <a:pt x="5463401" y="2009466"/>
                </a:cubicBezTo>
                <a:cubicBezTo>
                  <a:pt x="5523569" y="2023705"/>
                  <a:pt x="5569047" y="2055762"/>
                  <a:pt x="5599835" y="2105639"/>
                </a:cubicBezTo>
                <a:cubicBezTo>
                  <a:pt x="5616491" y="2132622"/>
                  <a:pt x="5626644" y="2163477"/>
                  <a:pt x="5630295" y="2198205"/>
                </a:cubicBezTo>
                <a:cubicBezTo>
                  <a:pt x="5633947" y="2232932"/>
                  <a:pt x="5629670" y="2276082"/>
                  <a:pt x="5617466" y="2327655"/>
                </a:cubicBezTo>
                <a:cubicBezTo>
                  <a:pt x="5596811" y="2414932"/>
                  <a:pt x="5564402" y="2491397"/>
                  <a:pt x="5520239" y="2557051"/>
                </a:cubicBezTo>
                <a:lnTo>
                  <a:pt x="5307997" y="2506824"/>
                </a:lnTo>
                <a:lnTo>
                  <a:pt x="5344377" y="2353099"/>
                </a:lnTo>
                <a:lnTo>
                  <a:pt x="5385039" y="2362722"/>
                </a:lnTo>
                <a:cubicBezTo>
                  <a:pt x="5447191" y="2377430"/>
                  <a:pt x="5484682" y="2357674"/>
                  <a:pt x="5497513" y="2303457"/>
                </a:cubicBezTo>
                <a:cubicBezTo>
                  <a:pt x="5503772" y="2277010"/>
                  <a:pt x="5501445" y="2255862"/>
                  <a:pt x="5490533" y="2240013"/>
                </a:cubicBezTo>
                <a:cubicBezTo>
                  <a:pt x="5479621" y="2224165"/>
                  <a:pt x="5464247" y="2213894"/>
                  <a:pt x="5444411" y="2209200"/>
                </a:cubicBezTo>
                <a:cubicBezTo>
                  <a:pt x="5419947" y="2203411"/>
                  <a:pt x="5399013" y="2206311"/>
                  <a:pt x="5381607" y="2217902"/>
                </a:cubicBezTo>
                <a:cubicBezTo>
                  <a:pt x="5364203" y="2229493"/>
                  <a:pt x="5342662" y="2249705"/>
                  <a:pt x="5316986" y="2278540"/>
                </a:cubicBezTo>
                <a:lnTo>
                  <a:pt x="5285779" y="2313048"/>
                </a:lnTo>
                <a:cubicBezTo>
                  <a:pt x="5256015" y="2344406"/>
                  <a:pt x="5229634" y="2369582"/>
                  <a:pt x="5206635" y="2388578"/>
                </a:cubicBezTo>
                <a:cubicBezTo>
                  <a:pt x="5183638" y="2407573"/>
                  <a:pt x="5156103" y="2422876"/>
                  <a:pt x="5124030" y="2434487"/>
                </a:cubicBezTo>
                <a:cubicBezTo>
                  <a:pt x="5091957" y="2446098"/>
                  <a:pt x="5057407" y="2447522"/>
                  <a:pt x="5020381" y="2438759"/>
                </a:cubicBezTo>
                <a:cubicBezTo>
                  <a:pt x="4992611" y="2432188"/>
                  <a:pt x="4967785" y="2420553"/>
                  <a:pt x="4945902" y="2403854"/>
                </a:cubicBezTo>
                <a:cubicBezTo>
                  <a:pt x="4924020" y="2387155"/>
                  <a:pt x="4907005" y="2367592"/>
                  <a:pt x="4894856" y="2345168"/>
                </a:cubicBezTo>
                <a:cubicBezTo>
                  <a:pt x="4879680" y="2317836"/>
                  <a:pt x="4871266" y="2287743"/>
                  <a:pt x="4869616" y="2254886"/>
                </a:cubicBezTo>
                <a:cubicBezTo>
                  <a:pt x="4867966" y="2222028"/>
                  <a:pt x="4872226" y="2184110"/>
                  <a:pt x="4882397" y="2141133"/>
                </a:cubicBezTo>
                <a:close/>
                <a:moveTo>
                  <a:pt x="4739819" y="2743617"/>
                </a:moveTo>
                <a:cubicBezTo>
                  <a:pt x="4758908" y="2662952"/>
                  <a:pt x="4790317" y="2592184"/>
                  <a:pt x="4834047" y="2531315"/>
                </a:cubicBezTo>
                <a:lnTo>
                  <a:pt x="5024469" y="2576379"/>
                </a:lnTo>
                <a:lnTo>
                  <a:pt x="4989498" y="2724155"/>
                </a:lnTo>
                <a:lnTo>
                  <a:pt x="4943876" y="2713358"/>
                </a:lnTo>
                <a:cubicBezTo>
                  <a:pt x="4916768" y="2706943"/>
                  <a:pt x="4895855" y="2708277"/>
                  <a:pt x="4881137" y="2717362"/>
                </a:cubicBezTo>
                <a:cubicBezTo>
                  <a:pt x="4866419" y="2726447"/>
                  <a:pt x="4856243" y="2742891"/>
                  <a:pt x="4850610" y="2766694"/>
                </a:cubicBezTo>
                <a:cubicBezTo>
                  <a:pt x="4844508" y="2792480"/>
                  <a:pt x="4847313" y="2812345"/>
                  <a:pt x="4859025" y="2826288"/>
                </a:cubicBezTo>
                <a:cubicBezTo>
                  <a:pt x="4870737" y="2840231"/>
                  <a:pt x="4884196" y="2849002"/>
                  <a:pt x="4899403" y="2852601"/>
                </a:cubicBezTo>
                <a:cubicBezTo>
                  <a:pt x="4913950" y="2856043"/>
                  <a:pt x="4927900" y="2854631"/>
                  <a:pt x="4941252" y="2848365"/>
                </a:cubicBezTo>
                <a:cubicBezTo>
                  <a:pt x="4954604" y="2842100"/>
                  <a:pt x="4967874" y="2832497"/>
                  <a:pt x="4981059" y="2819559"/>
                </a:cubicBezTo>
                <a:cubicBezTo>
                  <a:pt x="4994246" y="2806620"/>
                  <a:pt x="5013268" y="2785986"/>
                  <a:pt x="5038126" y="2757656"/>
                </a:cubicBezTo>
                <a:cubicBezTo>
                  <a:pt x="5047049" y="2746501"/>
                  <a:pt x="5055738" y="2736339"/>
                  <a:pt x="5064192" y="2727168"/>
                </a:cubicBezTo>
                <a:cubicBezTo>
                  <a:pt x="5092791" y="2694836"/>
                  <a:pt x="5118384" y="2669298"/>
                  <a:pt x="5140973" y="2650556"/>
                </a:cubicBezTo>
                <a:cubicBezTo>
                  <a:pt x="5163562" y="2631813"/>
                  <a:pt x="5189598" y="2618424"/>
                  <a:pt x="5219078" y="2610389"/>
                </a:cubicBezTo>
                <a:cubicBezTo>
                  <a:pt x="5248559" y="2602354"/>
                  <a:pt x="5282475" y="2602875"/>
                  <a:pt x="5320823" y="2611950"/>
                </a:cubicBezTo>
                <a:cubicBezTo>
                  <a:pt x="5380991" y="2626189"/>
                  <a:pt x="5426469" y="2658246"/>
                  <a:pt x="5457257" y="2708123"/>
                </a:cubicBezTo>
                <a:cubicBezTo>
                  <a:pt x="5473912" y="2735106"/>
                  <a:pt x="5484066" y="2765961"/>
                  <a:pt x="5487717" y="2800689"/>
                </a:cubicBezTo>
                <a:cubicBezTo>
                  <a:pt x="5491369" y="2835416"/>
                  <a:pt x="5487092" y="2878567"/>
                  <a:pt x="5474888" y="2930139"/>
                </a:cubicBezTo>
                <a:cubicBezTo>
                  <a:pt x="5454233" y="3017416"/>
                  <a:pt x="5421824" y="3093882"/>
                  <a:pt x="5377660" y="3159536"/>
                </a:cubicBezTo>
                <a:lnTo>
                  <a:pt x="5165419" y="3109309"/>
                </a:lnTo>
                <a:lnTo>
                  <a:pt x="5201799" y="2955583"/>
                </a:lnTo>
                <a:lnTo>
                  <a:pt x="5242461" y="2965206"/>
                </a:lnTo>
                <a:cubicBezTo>
                  <a:pt x="5304613" y="2979914"/>
                  <a:pt x="5342104" y="2960159"/>
                  <a:pt x="5354934" y="2905942"/>
                </a:cubicBezTo>
                <a:cubicBezTo>
                  <a:pt x="5361194" y="2879494"/>
                  <a:pt x="5358867" y="2858346"/>
                  <a:pt x="5347955" y="2842498"/>
                </a:cubicBezTo>
                <a:cubicBezTo>
                  <a:pt x="5337043" y="2826649"/>
                  <a:pt x="5321669" y="2816378"/>
                  <a:pt x="5301833" y="2811684"/>
                </a:cubicBezTo>
                <a:cubicBezTo>
                  <a:pt x="5277369" y="2805895"/>
                  <a:pt x="5256435" y="2808796"/>
                  <a:pt x="5239029" y="2820386"/>
                </a:cubicBezTo>
                <a:cubicBezTo>
                  <a:pt x="5221625" y="2831977"/>
                  <a:pt x="5200083" y="2852189"/>
                  <a:pt x="5174408" y="2881025"/>
                </a:cubicBezTo>
                <a:lnTo>
                  <a:pt x="5143201" y="2915533"/>
                </a:lnTo>
                <a:cubicBezTo>
                  <a:pt x="5113437" y="2946890"/>
                  <a:pt x="5087056" y="2972067"/>
                  <a:pt x="5064057" y="2991062"/>
                </a:cubicBezTo>
                <a:cubicBezTo>
                  <a:pt x="5041060" y="3010057"/>
                  <a:pt x="5013524" y="3025360"/>
                  <a:pt x="4981452" y="3036971"/>
                </a:cubicBezTo>
                <a:cubicBezTo>
                  <a:pt x="4949379" y="3048582"/>
                  <a:pt x="4914829" y="3050006"/>
                  <a:pt x="4877802" y="3041244"/>
                </a:cubicBezTo>
                <a:cubicBezTo>
                  <a:pt x="4850032" y="3034672"/>
                  <a:pt x="4825207" y="3023037"/>
                  <a:pt x="4803324" y="3006338"/>
                </a:cubicBezTo>
                <a:cubicBezTo>
                  <a:pt x="4781442" y="2989639"/>
                  <a:pt x="4764427" y="2970077"/>
                  <a:pt x="4752278" y="2947652"/>
                </a:cubicBezTo>
                <a:cubicBezTo>
                  <a:pt x="4737101" y="2920321"/>
                  <a:pt x="4728688" y="2890227"/>
                  <a:pt x="4727038" y="2857369"/>
                </a:cubicBezTo>
                <a:cubicBezTo>
                  <a:pt x="4725388" y="2824512"/>
                  <a:pt x="4729648" y="2786594"/>
                  <a:pt x="4739819" y="2743617"/>
                </a:cubicBezTo>
                <a:close/>
                <a:moveTo>
                  <a:pt x="4142526" y="5267562"/>
                </a:moveTo>
                <a:cubicBezTo>
                  <a:pt x="4160364" y="5192187"/>
                  <a:pt x="4190261" y="5132233"/>
                  <a:pt x="4232219" y="5087702"/>
                </a:cubicBezTo>
                <a:cubicBezTo>
                  <a:pt x="4274177" y="5043170"/>
                  <a:pt x="4324577" y="5014601"/>
                  <a:pt x="4383418" y="5001993"/>
                </a:cubicBezTo>
                <a:cubicBezTo>
                  <a:pt x="4442259" y="4989386"/>
                  <a:pt x="4506061" y="4991218"/>
                  <a:pt x="4574825" y="5007491"/>
                </a:cubicBezTo>
                <a:cubicBezTo>
                  <a:pt x="4665407" y="5028927"/>
                  <a:pt x="4738890" y="5066565"/>
                  <a:pt x="4795272" y="5120405"/>
                </a:cubicBezTo>
                <a:cubicBezTo>
                  <a:pt x="4851654" y="5174245"/>
                  <a:pt x="4883158" y="5241747"/>
                  <a:pt x="4889785" y="5322912"/>
                </a:cubicBezTo>
                <a:cubicBezTo>
                  <a:pt x="4909338" y="5305196"/>
                  <a:pt x="4926798" y="5281574"/>
                  <a:pt x="4942164" y="5252045"/>
                </a:cubicBezTo>
                <a:cubicBezTo>
                  <a:pt x="4957531" y="5222516"/>
                  <a:pt x="4971004" y="5183288"/>
                  <a:pt x="4982583" y="5134360"/>
                </a:cubicBezTo>
                <a:lnTo>
                  <a:pt x="4985634" y="5121467"/>
                </a:lnTo>
                <a:lnTo>
                  <a:pt x="5099689" y="5148458"/>
                </a:lnTo>
                <a:cubicBezTo>
                  <a:pt x="5096075" y="5175532"/>
                  <a:pt x="5091686" y="5199978"/>
                  <a:pt x="5086522" y="5221797"/>
                </a:cubicBezTo>
                <a:cubicBezTo>
                  <a:pt x="5064929" y="5313041"/>
                  <a:pt x="5032560" y="5389341"/>
                  <a:pt x="4989413" y="5450697"/>
                </a:cubicBezTo>
                <a:cubicBezTo>
                  <a:pt x="4946266" y="5512054"/>
                  <a:pt x="4886792" y="5562739"/>
                  <a:pt x="4810992" y="5602752"/>
                </a:cubicBezTo>
                <a:cubicBezTo>
                  <a:pt x="4769524" y="5659968"/>
                  <a:pt x="4716194" y="5697969"/>
                  <a:pt x="4651004" y="5716753"/>
                </a:cubicBezTo>
                <a:cubicBezTo>
                  <a:pt x="4585813" y="5735539"/>
                  <a:pt x="4511233" y="5734995"/>
                  <a:pt x="4427263" y="5715124"/>
                </a:cubicBezTo>
                <a:cubicBezTo>
                  <a:pt x="4356515" y="5698381"/>
                  <a:pt x="4296492" y="5669514"/>
                  <a:pt x="4247194" y="5628523"/>
                </a:cubicBezTo>
                <a:cubicBezTo>
                  <a:pt x="4197895" y="5587531"/>
                  <a:pt x="4163627" y="5536133"/>
                  <a:pt x="4144390" y="5474326"/>
                </a:cubicBezTo>
                <a:cubicBezTo>
                  <a:pt x="4125153" y="5412520"/>
                  <a:pt x="4124532" y="5343599"/>
                  <a:pt x="4142526" y="5267562"/>
                </a:cubicBezTo>
                <a:close/>
                <a:moveTo>
                  <a:pt x="3445648" y="8212319"/>
                </a:moveTo>
                <a:cubicBezTo>
                  <a:pt x="3435477" y="8255296"/>
                  <a:pt x="3431217" y="8293213"/>
                  <a:pt x="3432867" y="8326071"/>
                </a:cubicBezTo>
                <a:cubicBezTo>
                  <a:pt x="3434517" y="8358928"/>
                  <a:pt x="3442931" y="8389022"/>
                  <a:pt x="3458107" y="8416354"/>
                </a:cubicBezTo>
                <a:cubicBezTo>
                  <a:pt x="3470256" y="8438779"/>
                  <a:pt x="3487272" y="8458340"/>
                  <a:pt x="3509153" y="8475039"/>
                </a:cubicBezTo>
                <a:cubicBezTo>
                  <a:pt x="3531036" y="8491738"/>
                  <a:pt x="3555861" y="8503374"/>
                  <a:pt x="3583631" y="8509946"/>
                </a:cubicBezTo>
                <a:cubicBezTo>
                  <a:pt x="3620658" y="8518708"/>
                  <a:pt x="3655208" y="8517284"/>
                  <a:pt x="3687281" y="8505673"/>
                </a:cubicBezTo>
                <a:cubicBezTo>
                  <a:pt x="3719354" y="8494062"/>
                  <a:pt x="3746889" y="8478759"/>
                  <a:pt x="3769887" y="8459764"/>
                </a:cubicBezTo>
                <a:cubicBezTo>
                  <a:pt x="3792885" y="8440769"/>
                  <a:pt x="3819266" y="8415592"/>
                  <a:pt x="3849030" y="8384234"/>
                </a:cubicBezTo>
                <a:lnTo>
                  <a:pt x="3880238" y="8349726"/>
                </a:lnTo>
                <a:cubicBezTo>
                  <a:pt x="3905913" y="8320891"/>
                  <a:pt x="3927454" y="8300679"/>
                  <a:pt x="3944859" y="8289088"/>
                </a:cubicBezTo>
                <a:cubicBezTo>
                  <a:pt x="3962264" y="8277497"/>
                  <a:pt x="3983199" y="8274597"/>
                  <a:pt x="4007663" y="8280386"/>
                </a:cubicBezTo>
                <a:cubicBezTo>
                  <a:pt x="4027498" y="8285080"/>
                  <a:pt x="4042872" y="8295351"/>
                  <a:pt x="4053784" y="8311200"/>
                </a:cubicBezTo>
                <a:cubicBezTo>
                  <a:pt x="4064696" y="8327047"/>
                  <a:pt x="4067023" y="8348196"/>
                  <a:pt x="4060764" y="8374644"/>
                </a:cubicBezTo>
                <a:cubicBezTo>
                  <a:pt x="4047933" y="8428861"/>
                  <a:pt x="4010442" y="8448615"/>
                  <a:pt x="3948291" y="8433907"/>
                </a:cubicBezTo>
                <a:lnTo>
                  <a:pt x="3907628" y="8424284"/>
                </a:lnTo>
                <a:lnTo>
                  <a:pt x="3871248" y="8578011"/>
                </a:lnTo>
                <a:lnTo>
                  <a:pt x="4083489" y="8628238"/>
                </a:lnTo>
                <a:cubicBezTo>
                  <a:pt x="4127653" y="8562583"/>
                  <a:pt x="4160063" y="8486118"/>
                  <a:pt x="4180717" y="8398841"/>
                </a:cubicBezTo>
                <a:cubicBezTo>
                  <a:pt x="4192921" y="8347268"/>
                  <a:pt x="4197198" y="8304118"/>
                  <a:pt x="4193547" y="8269391"/>
                </a:cubicBezTo>
                <a:cubicBezTo>
                  <a:pt x="4189895" y="8234663"/>
                  <a:pt x="4179742" y="8203808"/>
                  <a:pt x="4163086" y="8176825"/>
                </a:cubicBezTo>
                <a:cubicBezTo>
                  <a:pt x="4132298" y="8126947"/>
                  <a:pt x="4086820" y="8094891"/>
                  <a:pt x="4026652" y="8080652"/>
                </a:cubicBezTo>
                <a:cubicBezTo>
                  <a:pt x="3988304" y="8071577"/>
                  <a:pt x="3954389" y="8071055"/>
                  <a:pt x="3924907" y="8079090"/>
                </a:cubicBezTo>
                <a:cubicBezTo>
                  <a:pt x="3895427" y="8087126"/>
                  <a:pt x="3869392" y="8100515"/>
                  <a:pt x="3846802" y="8119257"/>
                </a:cubicBezTo>
                <a:cubicBezTo>
                  <a:pt x="3824213" y="8138000"/>
                  <a:pt x="3798620" y="8163537"/>
                  <a:pt x="3770021" y="8195870"/>
                </a:cubicBezTo>
                <a:cubicBezTo>
                  <a:pt x="3761567" y="8205041"/>
                  <a:pt x="3752878" y="8215203"/>
                  <a:pt x="3743955" y="8226357"/>
                </a:cubicBezTo>
                <a:cubicBezTo>
                  <a:pt x="3719097" y="8254688"/>
                  <a:pt x="3700075" y="8275322"/>
                  <a:pt x="3686889" y="8288261"/>
                </a:cubicBezTo>
                <a:cubicBezTo>
                  <a:pt x="3673703" y="8301199"/>
                  <a:pt x="3660434" y="8310801"/>
                  <a:pt x="3647081" y="8317068"/>
                </a:cubicBezTo>
                <a:cubicBezTo>
                  <a:pt x="3633729" y="8323333"/>
                  <a:pt x="3619779" y="8324745"/>
                  <a:pt x="3605233" y="8321303"/>
                </a:cubicBezTo>
                <a:cubicBezTo>
                  <a:pt x="3590026" y="8317704"/>
                  <a:pt x="3576566" y="8308933"/>
                  <a:pt x="3564854" y="8294990"/>
                </a:cubicBezTo>
                <a:cubicBezTo>
                  <a:pt x="3553142" y="8281047"/>
                  <a:pt x="3550337" y="8261182"/>
                  <a:pt x="3556439" y="8235396"/>
                </a:cubicBezTo>
                <a:cubicBezTo>
                  <a:pt x="3562072" y="8211593"/>
                  <a:pt x="3572248" y="8195149"/>
                  <a:pt x="3586966" y="8186064"/>
                </a:cubicBezTo>
                <a:cubicBezTo>
                  <a:pt x="3601684" y="8176979"/>
                  <a:pt x="3622597" y="8175644"/>
                  <a:pt x="3649705" y="8182060"/>
                </a:cubicBezTo>
                <a:lnTo>
                  <a:pt x="3695327" y="8192856"/>
                </a:lnTo>
                <a:lnTo>
                  <a:pt x="3730299" y="8045081"/>
                </a:lnTo>
                <a:lnTo>
                  <a:pt x="3539877" y="8000017"/>
                </a:lnTo>
                <a:cubicBezTo>
                  <a:pt x="3496147" y="8060886"/>
                  <a:pt x="3464737" y="8131654"/>
                  <a:pt x="3445648" y="8212319"/>
                </a:cubicBezTo>
                <a:close/>
                <a:moveTo>
                  <a:pt x="3303070" y="8814803"/>
                </a:moveTo>
                <a:cubicBezTo>
                  <a:pt x="3292899" y="8857780"/>
                  <a:pt x="3288639" y="8895697"/>
                  <a:pt x="3290289" y="8928555"/>
                </a:cubicBezTo>
                <a:cubicBezTo>
                  <a:pt x="3291939" y="8961413"/>
                  <a:pt x="3300352" y="8991507"/>
                  <a:pt x="3315529" y="9018838"/>
                </a:cubicBezTo>
                <a:cubicBezTo>
                  <a:pt x="3327678" y="9041263"/>
                  <a:pt x="3344693" y="9060825"/>
                  <a:pt x="3366575" y="9077524"/>
                </a:cubicBezTo>
                <a:cubicBezTo>
                  <a:pt x="3388458" y="9094223"/>
                  <a:pt x="3413283" y="9105858"/>
                  <a:pt x="3441053" y="9112430"/>
                </a:cubicBezTo>
                <a:cubicBezTo>
                  <a:pt x="3478080" y="9121192"/>
                  <a:pt x="3512630" y="9119768"/>
                  <a:pt x="3544703" y="9108157"/>
                </a:cubicBezTo>
                <a:cubicBezTo>
                  <a:pt x="3576775" y="9096546"/>
                  <a:pt x="3604311" y="9081243"/>
                  <a:pt x="3627308" y="9062248"/>
                </a:cubicBezTo>
                <a:cubicBezTo>
                  <a:pt x="3650307" y="9043253"/>
                  <a:pt x="3676688" y="9018076"/>
                  <a:pt x="3706452" y="8986718"/>
                </a:cubicBezTo>
                <a:lnTo>
                  <a:pt x="3737659" y="8952211"/>
                </a:lnTo>
                <a:cubicBezTo>
                  <a:pt x="3763334" y="8923375"/>
                  <a:pt x="3784876" y="8903163"/>
                  <a:pt x="3802280" y="8891572"/>
                </a:cubicBezTo>
                <a:cubicBezTo>
                  <a:pt x="3819686" y="8879981"/>
                  <a:pt x="3840620" y="8877080"/>
                  <a:pt x="3865085" y="8882870"/>
                </a:cubicBezTo>
                <a:cubicBezTo>
                  <a:pt x="3884920" y="8887564"/>
                  <a:pt x="3900294" y="8897835"/>
                  <a:pt x="3911206" y="8913684"/>
                </a:cubicBezTo>
                <a:cubicBezTo>
                  <a:pt x="3922118" y="8929532"/>
                  <a:pt x="3924445" y="8950680"/>
                  <a:pt x="3918186" y="8977127"/>
                </a:cubicBezTo>
                <a:cubicBezTo>
                  <a:pt x="3905355" y="9031345"/>
                  <a:pt x="3867864" y="9051100"/>
                  <a:pt x="3805713" y="9036392"/>
                </a:cubicBezTo>
                <a:lnTo>
                  <a:pt x="3765050" y="9026769"/>
                </a:lnTo>
                <a:lnTo>
                  <a:pt x="3728670" y="9180495"/>
                </a:lnTo>
                <a:lnTo>
                  <a:pt x="3940911" y="9230722"/>
                </a:lnTo>
                <a:cubicBezTo>
                  <a:pt x="3985075" y="9165067"/>
                  <a:pt x="4017484" y="9088602"/>
                  <a:pt x="4038139" y="9001325"/>
                </a:cubicBezTo>
                <a:cubicBezTo>
                  <a:pt x="4050343" y="8949753"/>
                  <a:pt x="4054620" y="8906602"/>
                  <a:pt x="4050968" y="8871875"/>
                </a:cubicBezTo>
                <a:cubicBezTo>
                  <a:pt x="4047317" y="8837147"/>
                  <a:pt x="4037163" y="8806292"/>
                  <a:pt x="4020508" y="8779309"/>
                </a:cubicBezTo>
                <a:cubicBezTo>
                  <a:pt x="3989720" y="8729432"/>
                  <a:pt x="3944242" y="8697374"/>
                  <a:pt x="3884074" y="8683135"/>
                </a:cubicBezTo>
                <a:cubicBezTo>
                  <a:pt x="3845726" y="8674060"/>
                  <a:pt x="3811810" y="8673540"/>
                  <a:pt x="3782329" y="8681575"/>
                </a:cubicBezTo>
                <a:cubicBezTo>
                  <a:pt x="3752849" y="8689610"/>
                  <a:pt x="3726814" y="8702999"/>
                  <a:pt x="3704224" y="8721741"/>
                </a:cubicBezTo>
                <a:cubicBezTo>
                  <a:pt x="3681635" y="8740484"/>
                  <a:pt x="3656042" y="8766022"/>
                  <a:pt x="3627443" y="8798354"/>
                </a:cubicBezTo>
                <a:cubicBezTo>
                  <a:pt x="3618989" y="8807525"/>
                  <a:pt x="3610300" y="8817687"/>
                  <a:pt x="3601377" y="8828842"/>
                </a:cubicBezTo>
                <a:cubicBezTo>
                  <a:pt x="3576519" y="8857172"/>
                  <a:pt x="3557497" y="8877806"/>
                  <a:pt x="3544311" y="8890744"/>
                </a:cubicBezTo>
                <a:cubicBezTo>
                  <a:pt x="3531125" y="8903683"/>
                  <a:pt x="3517856" y="8913285"/>
                  <a:pt x="3504503" y="8919551"/>
                </a:cubicBezTo>
                <a:cubicBezTo>
                  <a:pt x="3491151" y="8925817"/>
                  <a:pt x="3477201" y="8927229"/>
                  <a:pt x="3462655" y="8923787"/>
                </a:cubicBezTo>
                <a:cubicBezTo>
                  <a:pt x="3447448" y="8920188"/>
                  <a:pt x="3433988" y="8911417"/>
                  <a:pt x="3422276" y="8897474"/>
                </a:cubicBezTo>
                <a:cubicBezTo>
                  <a:pt x="3410564" y="8883531"/>
                  <a:pt x="3407759" y="8863666"/>
                  <a:pt x="3413861" y="8837880"/>
                </a:cubicBezTo>
                <a:cubicBezTo>
                  <a:pt x="3419494" y="8814077"/>
                  <a:pt x="3429670" y="8797633"/>
                  <a:pt x="3444388" y="8788549"/>
                </a:cubicBezTo>
                <a:cubicBezTo>
                  <a:pt x="3459106" y="8779463"/>
                  <a:pt x="3480019" y="8778129"/>
                  <a:pt x="3507127" y="8784544"/>
                </a:cubicBezTo>
                <a:lnTo>
                  <a:pt x="3552749" y="8795340"/>
                </a:lnTo>
                <a:lnTo>
                  <a:pt x="3587720" y="8647565"/>
                </a:lnTo>
                <a:lnTo>
                  <a:pt x="3397298" y="8602501"/>
                </a:lnTo>
                <a:cubicBezTo>
                  <a:pt x="3353568" y="8663371"/>
                  <a:pt x="3322159" y="8734138"/>
                  <a:pt x="3303070" y="8814803"/>
                </a:cubicBezTo>
                <a:close/>
                <a:moveTo>
                  <a:pt x="2251589" y="9919980"/>
                </a:moveTo>
                <a:lnTo>
                  <a:pt x="2257029" y="9912409"/>
                </a:lnTo>
                <a:cubicBezTo>
                  <a:pt x="2272746" y="9897626"/>
                  <a:pt x="2295812" y="9893833"/>
                  <a:pt x="2326227" y="9901030"/>
                </a:cubicBezTo>
                <a:cubicBezTo>
                  <a:pt x="2339451" y="9904160"/>
                  <a:pt x="2350570" y="9908624"/>
                  <a:pt x="2359583" y="9914423"/>
                </a:cubicBezTo>
                <a:lnTo>
                  <a:pt x="2364966" y="9919980"/>
                </a:lnTo>
                <a:close/>
                <a:moveTo>
                  <a:pt x="2985744" y="5874171"/>
                </a:moveTo>
                <a:lnTo>
                  <a:pt x="3009353" y="5857086"/>
                </a:lnTo>
                <a:cubicBezTo>
                  <a:pt x="3022539" y="5844148"/>
                  <a:pt x="3041561" y="5823514"/>
                  <a:pt x="3066419" y="5795184"/>
                </a:cubicBezTo>
                <a:cubicBezTo>
                  <a:pt x="3075342" y="5784029"/>
                  <a:pt x="3084031" y="5773867"/>
                  <a:pt x="3092486" y="5764696"/>
                </a:cubicBezTo>
                <a:cubicBezTo>
                  <a:pt x="3121084" y="5732364"/>
                  <a:pt x="3146677" y="5706826"/>
                  <a:pt x="3169266" y="5688083"/>
                </a:cubicBezTo>
                <a:cubicBezTo>
                  <a:pt x="3191855" y="5669340"/>
                  <a:pt x="3217890" y="5655952"/>
                  <a:pt x="3247371" y="5647917"/>
                </a:cubicBezTo>
                <a:cubicBezTo>
                  <a:pt x="3276852" y="5639882"/>
                  <a:pt x="3310767" y="5640402"/>
                  <a:pt x="3349116" y="5649477"/>
                </a:cubicBezTo>
                <a:cubicBezTo>
                  <a:pt x="3409284" y="5663716"/>
                  <a:pt x="3454762" y="5695774"/>
                  <a:pt x="3485550" y="5745651"/>
                </a:cubicBezTo>
                <a:cubicBezTo>
                  <a:pt x="3502206" y="5772634"/>
                  <a:pt x="3512359" y="5803489"/>
                  <a:pt x="3516011" y="5838217"/>
                </a:cubicBezTo>
                <a:lnTo>
                  <a:pt x="3515722" y="5874171"/>
                </a:lnTo>
                <a:lnTo>
                  <a:pt x="3367486" y="5874171"/>
                </a:lnTo>
                <a:lnTo>
                  <a:pt x="3330127" y="5849212"/>
                </a:lnTo>
                <a:cubicBezTo>
                  <a:pt x="3305663" y="5843422"/>
                  <a:pt x="3284728" y="5846323"/>
                  <a:pt x="3267322" y="5857914"/>
                </a:cubicBezTo>
                <a:lnTo>
                  <a:pt x="3247414" y="5874171"/>
                </a:lnTo>
                <a:close/>
                <a:moveTo>
                  <a:pt x="3437040" y="3852892"/>
                </a:moveTo>
                <a:lnTo>
                  <a:pt x="3621420" y="3967744"/>
                </a:lnTo>
                <a:lnTo>
                  <a:pt x="3653340" y="3832862"/>
                </a:lnTo>
                <a:lnTo>
                  <a:pt x="3437510" y="3850909"/>
                </a:lnTo>
                <a:close/>
                <a:moveTo>
                  <a:pt x="3121175" y="5187626"/>
                </a:moveTo>
                <a:lnTo>
                  <a:pt x="3305555" y="5302478"/>
                </a:lnTo>
                <a:lnTo>
                  <a:pt x="3337475" y="5167596"/>
                </a:lnTo>
                <a:lnTo>
                  <a:pt x="3121644" y="5185643"/>
                </a:lnTo>
                <a:close/>
                <a:moveTo>
                  <a:pt x="1952348" y="9919981"/>
                </a:moveTo>
                <a:lnTo>
                  <a:pt x="1963855" y="9888849"/>
                </a:lnTo>
                <a:cubicBezTo>
                  <a:pt x="1968973" y="9879762"/>
                  <a:pt x="1975085" y="9872742"/>
                  <a:pt x="1982192" y="9867791"/>
                </a:cubicBezTo>
                <a:cubicBezTo>
                  <a:pt x="1996405" y="9857889"/>
                  <a:pt x="2015082" y="9855676"/>
                  <a:pt x="2038224" y="9861152"/>
                </a:cubicBezTo>
                <a:cubicBezTo>
                  <a:pt x="2062688" y="9866941"/>
                  <a:pt x="2079297" y="9877156"/>
                  <a:pt x="2088051" y="9891796"/>
                </a:cubicBezTo>
                <a:cubicBezTo>
                  <a:pt x="2092429" y="9899115"/>
                  <a:pt x="2094910" y="9907994"/>
                  <a:pt x="2095494" y="9918431"/>
                </a:cubicBezTo>
                <a:lnTo>
                  <a:pt x="2095325" y="9919981"/>
                </a:lnTo>
                <a:close/>
                <a:moveTo>
                  <a:pt x="2903209" y="5874171"/>
                </a:moveTo>
                <a:lnTo>
                  <a:pt x="2985744" y="5874171"/>
                </a:lnTo>
                <a:lnTo>
                  <a:pt x="2969545" y="5885893"/>
                </a:lnTo>
                <a:cubicBezTo>
                  <a:pt x="2956192" y="5892159"/>
                  <a:pt x="2942243" y="5893571"/>
                  <a:pt x="2927697" y="5890129"/>
                </a:cubicBezTo>
                <a:close/>
                <a:moveTo>
                  <a:pt x="3357324" y="3393134"/>
                </a:moveTo>
                <a:lnTo>
                  <a:pt x="3445808" y="3019231"/>
                </a:lnTo>
                <a:cubicBezTo>
                  <a:pt x="3606260" y="3013913"/>
                  <a:pt x="3723737" y="3011691"/>
                  <a:pt x="3798239" y="3012564"/>
                </a:cubicBezTo>
                <a:lnTo>
                  <a:pt x="3798709" y="3010581"/>
                </a:lnTo>
                <a:cubicBezTo>
                  <a:pt x="3769198" y="2996615"/>
                  <a:pt x="3717731" y="2969947"/>
                  <a:pt x="3644309" y="2930578"/>
                </a:cubicBezTo>
                <a:cubicBezTo>
                  <a:pt x="3570887" y="2891209"/>
                  <a:pt x="3518646" y="2861914"/>
                  <a:pt x="3487586" y="2842694"/>
                </a:cubicBezTo>
                <a:lnTo>
                  <a:pt x="3575131" y="2472760"/>
                </a:lnTo>
                <a:lnTo>
                  <a:pt x="3687202" y="2499282"/>
                </a:lnTo>
                <a:lnTo>
                  <a:pt x="3681335" y="2524076"/>
                </a:lnTo>
                <a:cubicBezTo>
                  <a:pt x="3677266" y="2541267"/>
                  <a:pt x="3677125" y="2552928"/>
                  <a:pt x="3680910" y="2559062"/>
                </a:cubicBezTo>
                <a:cubicBezTo>
                  <a:pt x="3684696" y="2565194"/>
                  <a:pt x="3693531" y="2569903"/>
                  <a:pt x="3707416" y="2573189"/>
                </a:cubicBezTo>
                <a:lnTo>
                  <a:pt x="4091235" y="2664020"/>
                </a:lnTo>
                <a:cubicBezTo>
                  <a:pt x="4107103" y="2667775"/>
                  <a:pt x="4118413" y="2669404"/>
                  <a:pt x="4125164" y="2668907"/>
                </a:cubicBezTo>
                <a:cubicBezTo>
                  <a:pt x="4131915" y="2668410"/>
                  <a:pt x="4137269" y="2664964"/>
                  <a:pt x="4141225" y="2658569"/>
                </a:cubicBezTo>
                <a:cubicBezTo>
                  <a:pt x="4145183" y="2652174"/>
                  <a:pt x="4149195" y="2640381"/>
                  <a:pt x="4153263" y="2623190"/>
                </a:cubicBezTo>
                <a:lnTo>
                  <a:pt x="4156315" y="2610297"/>
                </a:lnTo>
                <a:lnTo>
                  <a:pt x="4268386" y="2636819"/>
                </a:lnTo>
                <a:lnTo>
                  <a:pt x="4193515" y="2953197"/>
                </a:lnTo>
                <a:lnTo>
                  <a:pt x="4081444" y="2926675"/>
                </a:lnTo>
                <a:lnTo>
                  <a:pt x="4084964" y="2911799"/>
                </a:lnTo>
                <a:cubicBezTo>
                  <a:pt x="4089971" y="2890641"/>
                  <a:pt x="4090291" y="2876752"/>
                  <a:pt x="4085923" y="2870133"/>
                </a:cubicBezTo>
                <a:cubicBezTo>
                  <a:pt x="4081554" y="2863513"/>
                  <a:pt x="4071105" y="2858247"/>
                  <a:pt x="4054575" y="2854336"/>
                </a:cubicBezTo>
                <a:lnTo>
                  <a:pt x="3627118" y="2753178"/>
                </a:lnTo>
                <a:lnTo>
                  <a:pt x="3626648" y="2755161"/>
                </a:lnTo>
                <a:lnTo>
                  <a:pt x="4107873" y="3023000"/>
                </a:lnTo>
                <a:lnTo>
                  <a:pt x="4074545" y="3163833"/>
                </a:lnTo>
                <a:lnTo>
                  <a:pt x="3526194" y="3179643"/>
                </a:lnTo>
                <a:lnTo>
                  <a:pt x="3525725" y="3181627"/>
                </a:lnTo>
                <a:lnTo>
                  <a:pt x="3952191" y="3282551"/>
                </a:lnTo>
                <a:cubicBezTo>
                  <a:pt x="3966737" y="3285993"/>
                  <a:pt x="3977172" y="3286892"/>
                  <a:pt x="3983496" y="3285246"/>
                </a:cubicBezTo>
                <a:cubicBezTo>
                  <a:pt x="3989820" y="3283601"/>
                  <a:pt x="3994583" y="3278967"/>
                  <a:pt x="3997783" y="3271346"/>
                </a:cubicBezTo>
                <a:cubicBezTo>
                  <a:pt x="4000983" y="3263725"/>
                  <a:pt x="4005008" y="3249665"/>
                  <a:pt x="4009858" y="3229169"/>
                </a:cubicBezTo>
                <a:lnTo>
                  <a:pt x="4121930" y="3255691"/>
                </a:lnTo>
                <a:lnTo>
                  <a:pt x="4050579" y="3557193"/>
                </a:lnTo>
                <a:lnTo>
                  <a:pt x="3938508" y="3530671"/>
                </a:lnTo>
                <a:cubicBezTo>
                  <a:pt x="3943984" y="3507529"/>
                  <a:pt x="3946914" y="3491464"/>
                  <a:pt x="3947294" y="3482478"/>
                </a:cubicBezTo>
                <a:cubicBezTo>
                  <a:pt x="3947676" y="3473491"/>
                  <a:pt x="3945204" y="3466971"/>
                  <a:pt x="3939879" y="3462919"/>
                </a:cubicBezTo>
                <a:cubicBezTo>
                  <a:pt x="3934554" y="3458866"/>
                  <a:pt x="3923957" y="3454962"/>
                  <a:pt x="3908089" y="3451206"/>
                </a:cubicBezTo>
                <a:lnTo>
                  <a:pt x="3530220" y="3361784"/>
                </a:lnTo>
                <a:cubicBezTo>
                  <a:pt x="3516335" y="3358498"/>
                  <a:pt x="3506065" y="3357639"/>
                  <a:pt x="3499411" y="3359205"/>
                </a:cubicBezTo>
                <a:cubicBezTo>
                  <a:pt x="3492756" y="3360773"/>
                  <a:pt x="3487537" y="3365123"/>
                  <a:pt x="3483754" y="3372258"/>
                </a:cubicBezTo>
                <a:cubicBezTo>
                  <a:pt x="3479971" y="3379392"/>
                  <a:pt x="3476046" y="3391554"/>
                  <a:pt x="3471977" y="3408746"/>
                </a:cubicBezTo>
                <a:lnTo>
                  <a:pt x="3469395" y="3419655"/>
                </a:lnTo>
                <a:close/>
                <a:moveTo>
                  <a:pt x="3040989" y="4729851"/>
                </a:moveTo>
                <a:lnTo>
                  <a:pt x="3120320" y="4394629"/>
                </a:lnTo>
                <a:lnTo>
                  <a:pt x="3232391" y="4421151"/>
                </a:lnTo>
                <a:lnTo>
                  <a:pt x="3225350" y="4450904"/>
                </a:lnTo>
                <a:cubicBezTo>
                  <a:pt x="3220969" y="4469417"/>
                  <a:pt x="3220514" y="4482401"/>
                  <a:pt x="3223987" y="4489856"/>
                </a:cubicBezTo>
                <a:cubicBezTo>
                  <a:pt x="3227459" y="4497311"/>
                  <a:pt x="3236468" y="4502760"/>
                  <a:pt x="3251015" y="4506202"/>
                </a:cubicBezTo>
                <a:lnTo>
                  <a:pt x="3661612" y="4603370"/>
                </a:lnTo>
                <a:lnTo>
                  <a:pt x="3684614" y="4506175"/>
                </a:lnTo>
                <a:cubicBezTo>
                  <a:pt x="3689151" y="4487001"/>
                  <a:pt x="3689031" y="4474230"/>
                  <a:pt x="3684254" y="4467863"/>
                </a:cubicBezTo>
                <a:cubicBezTo>
                  <a:pt x="3679477" y="4461496"/>
                  <a:pt x="3670807" y="4456826"/>
                  <a:pt x="3658244" y="4453853"/>
                </a:cubicBezTo>
                <a:lnTo>
                  <a:pt x="3601713" y="4440475"/>
                </a:lnTo>
                <a:lnTo>
                  <a:pt x="3635510" y="4297658"/>
                </a:lnTo>
                <a:lnTo>
                  <a:pt x="3862628" y="4351406"/>
                </a:lnTo>
                <a:lnTo>
                  <a:pt x="3734244" y="4893910"/>
                </a:lnTo>
                <a:lnTo>
                  <a:pt x="3622173" y="4867388"/>
                </a:lnTo>
                <a:lnTo>
                  <a:pt x="3627571" y="4844577"/>
                </a:lnTo>
                <a:cubicBezTo>
                  <a:pt x="3631639" y="4827387"/>
                  <a:pt x="3631938" y="4815063"/>
                  <a:pt x="3628465" y="4807609"/>
                </a:cubicBezTo>
                <a:cubicBezTo>
                  <a:pt x="3624992" y="4800154"/>
                  <a:pt x="3616645" y="4794862"/>
                  <a:pt x="3603421" y="4791733"/>
                </a:cubicBezTo>
                <a:lnTo>
                  <a:pt x="3209684" y="4698554"/>
                </a:lnTo>
                <a:cubicBezTo>
                  <a:pt x="3193154" y="4694643"/>
                  <a:pt x="3181540" y="4695036"/>
                  <a:pt x="3174842" y="4699736"/>
                </a:cubicBezTo>
                <a:cubicBezTo>
                  <a:pt x="3168145" y="4704434"/>
                  <a:pt x="3162214" y="4717693"/>
                  <a:pt x="3157051" y="4739512"/>
                </a:cubicBezTo>
                <a:lnTo>
                  <a:pt x="3153061" y="4756373"/>
                </a:lnTo>
                <a:close/>
                <a:moveTo>
                  <a:pt x="2422889" y="7341721"/>
                </a:moveTo>
                <a:lnTo>
                  <a:pt x="2534960" y="7368242"/>
                </a:lnTo>
                <a:lnTo>
                  <a:pt x="2537542" y="7357333"/>
                </a:lnTo>
                <a:cubicBezTo>
                  <a:pt x="2541610" y="7340143"/>
                  <a:pt x="2545536" y="7327980"/>
                  <a:pt x="2549319" y="7320845"/>
                </a:cubicBezTo>
                <a:cubicBezTo>
                  <a:pt x="2553102" y="7313711"/>
                  <a:pt x="2558321" y="7309360"/>
                  <a:pt x="2564975" y="7307793"/>
                </a:cubicBezTo>
                <a:cubicBezTo>
                  <a:pt x="2571630" y="7306227"/>
                  <a:pt x="2581900" y="7307085"/>
                  <a:pt x="2595785" y="7310371"/>
                </a:cubicBezTo>
                <a:lnTo>
                  <a:pt x="2973654" y="7399794"/>
                </a:lnTo>
                <a:cubicBezTo>
                  <a:pt x="2989522" y="7403549"/>
                  <a:pt x="3000119" y="7407454"/>
                  <a:pt x="3005444" y="7411507"/>
                </a:cubicBezTo>
                <a:cubicBezTo>
                  <a:pt x="3010768" y="7415560"/>
                  <a:pt x="3013241" y="7422080"/>
                  <a:pt x="3012859" y="7431066"/>
                </a:cubicBezTo>
                <a:cubicBezTo>
                  <a:pt x="3012478" y="7440053"/>
                  <a:pt x="3009549" y="7456117"/>
                  <a:pt x="3004073" y="7479258"/>
                </a:cubicBezTo>
                <a:lnTo>
                  <a:pt x="3116144" y="7505780"/>
                </a:lnTo>
                <a:lnTo>
                  <a:pt x="3187495" y="7204278"/>
                </a:lnTo>
                <a:lnTo>
                  <a:pt x="3075423" y="7177757"/>
                </a:lnTo>
                <a:cubicBezTo>
                  <a:pt x="3070573" y="7198253"/>
                  <a:pt x="3066548" y="7212313"/>
                  <a:pt x="3063348" y="7219934"/>
                </a:cubicBezTo>
                <a:cubicBezTo>
                  <a:pt x="3060148" y="7227555"/>
                  <a:pt x="3055385" y="7232188"/>
                  <a:pt x="3049061" y="7233834"/>
                </a:cubicBezTo>
                <a:cubicBezTo>
                  <a:pt x="3042737" y="7235479"/>
                  <a:pt x="3032302" y="7234581"/>
                  <a:pt x="3017755" y="7231138"/>
                </a:cubicBezTo>
                <a:lnTo>
                  <a:pt x="2591290" y="7130215"/>
                </a:lnTo>
                <a:lnTo>
                  <a:pt x="2591759" y="7128231"/>
                </a:lnTo>
                <a:lnTo>
                  <a:pt x="3140110" y="7112421"/>
                </a:lnTo>
                <a:lnTo>
                  <a:pt x="3173438" y="6971588"/>
                </a:lnTo>
                <a:lnTo>
                  <a:pt x="2692213" y="6703749"/>
                </a:lnTo>
                <a:lnTo>
                  <a:pt x="2692683" y="6701765"/>
                </a:lnTo>
                <a:lnTo>
                  <a:pt x="3120140" y="6802923"/>
                </a:lnTo>
                <a:cubicBezTo>
                  <a:pt x="3136670" y="6806835"/>
                  <a:pt x="3147119" y="6812101"/>
                  <a:pt x="3151488" y="6818721"/>
                </a:cubicBezTo>
                <a:cubicBezTo>
                  <a:pt x="3155856" y="6825340"/>
                  <a:pt x="3155536" y="6839229"/>
                  <a:pt x="3150529" y="6860386"/>
                </a:cubicBezTo>
                <a:lnTo>
                  <a:pt x="3147008" y="6875264"/>
                </a:lnTo>
                <a:lnTo>
                  <a:pt x="3259080" y="6901785"/>
                </a:lnTo>
                <a:lnTo>
                  <a:pt x="3333951" y="6585407"/>
                </a:lnTo>
                <a:lnTo>
                  <a:pt x="3221879" y="6558885"/>
                </a:lnTo>
                <a:lnTo>
                  <a:pt x="3218828" y="6571778"/>
                </a:lnTo>
                <a:cubicBezTo>
                  <a:pt x="3214760" y="6588969"/>
                  <a:pt x="3210748" y="6600762"/>
                  <a:pt x="3206790" y="6607157"/>
                </a:cubicBezTo>
                <a:cubicBezTo>
                  <a:pt x="3202833" y="6613551"/>
                  <a:pt x="3197479" y="6616998"/>
                  <a:pt x="3190729" y="6617495"/>
                </a:cubicBezTo>
                <a:cubicBezTo>
                  <a:pt x="3183978" y="6617992"/>
                  <a:pt x="3172668" y="6616362"/>
                  <a:pt x="3156800" y="6612607"/>
                </a:cubicBezTo>
                <a:lnTo>
                  <a:pt x="2772981" y="6521776"/>
                </a:lnTo>
                <a:cubicBezTo>
                  <a:pt x="2759096" y="6518490"/>
                  <a:pt x="2750261" y="6513781"/>
                  <a:pt x="2746475" y="6507649"/>
                </a:cubicBezTo>
                <a:cubicBezTo>
                  <a:pt x="2742690" y="6501516"/>
                  <a:pt x="2742831" y="6489854"/>
                  <a:pt x="2746900" y="6472664"/>
                </a:cubicBezTo>
                <a:lnTo>
                  <a:pt x="2752767" y="6447869"/>
                </a:lnTo>
                <a:lnTo>
                  <a:pt x="2640696" y="6421348"/>
                </a:lnTo>
                <a:lnTo>
                  <a:pt x="2553151" y="6791282"/>
                </a:lnTo>
                <a:cubicBezTo>
                  <a:pt x="2584211" y="6810502"/>
                  <a:pt x="2636452" y="6839797"/>
                  <a:pt x="2709874" y="6879166"/>
                </a:cubicBezTo>
                <a:cubicBezTo>
                  <a:pt x="2783296" y="6918535"/>
                  <a:pt x="2834763" y="6945203"/>
                  <a:pt x="2864274" y="6959169"/>
                </a:cubicBezTo>
                <a:lnTo>
                  <a:pt x="2863804" y="6961152"/>
                </a:lnTo>
                <a:cubicBezTo>
                  <a:pt x="2789302" y="6960279"/>
                  <a:pt x="2671825" y="6962501"/>
                  <a:pt x="2511373" y="6967819"/>
                </a:cubicBezTo>
                <a:close/>
                <a:moveTo>
                  <a:pt x="2240674" y="8111696"/>
                </a:moveTo>
                <a:lnTo>
                  <a:pt x="2352746" y="8138217"/>
                </a:lnTo>
                <a:lnTo>
                  <a:pt x="2358848" y="8112431"/>
                </a:lnTo>
                <a:cubicBezTo>
                  <a:pt x="2362603" y="8096562"/>
                  <a:pt x="2367956" y="8086483"/>
                  <a:pt x="2374906" y="8082193"/>
                </a:cubicBezTo>
                <a:cubicBezTo>
                  <a:pt x="2381856" y="8077903"/>
                  <a:pt x="2392604" y="8077479"/>
                  <a:pt x="2407150" y="8080921"/>
                </a:cubicBezTo>
                <a:lnTo>
                  <a:pt x="2701710" y="8150629"/>
                </a:lnTo>
                <a:cubicBezTo>
                  <a:pt x="2791631" y="8171909"/>
                  <a:pt x="2864705" y="8164066"/>
                  <a:pt x="2920931" y="8127101"/>
                </a:cubicBezTo>
                <a:cubicBezTo>
                  <a:pt x="2977158" y="8090135"/>
                  <a:pt x="3017242" y="8021072"/>
                  <a:pt x="3041182" y="7919910"/>
                </a:cubicBezTo>
                <a:cubicBezTo>
                  <a:pt x="3063400" y="7826021"/>
                  <a:pt x="3057554" y="7751150"/>
                  <a:pt x="3023642" y="7695297"/>
                </a:cubicBezTo>
                <a:cubicBezTo>
                  <a:pt x="2989730" y="7639445"/>
                  <a:pt x="2926491" y="7600565"/>
                  <a:pt x="2833925" y="7578659"/>
                </a:cubicBezTo>
                <a:lnTo>
                  <a:pt x="2540357" y="7509186"/>
                </a:lnTo>
                <a:cubicBezTo>
                  <a:pt x="2524489" y="7505431"/>
                  <a:pt x="2515110" y="7500069"/>
                  <a:pt x="2512220" y="7493102"/>
                </a:cubicBezTo>
                <a:cubicBezTo>
                  <a:pt x="2509330" y="7486134"/>
                  <a:pt x="2510155" y="7473063"/>
                  <a:pt x="2514692" y="7453888"/>
                </a:cubicBezTo>
                <a:lnTo>
                  <a:pt x="2519152" y="7435044"/>
                </a:lnTo>
                <a:lnTo>
                  <a:pt x="2407080" y="7408523"/>
                </a:lnTo>
                <a:lnTo>
                  <a:pt x="2336199" y="7708041"/>
                </a:lnTo>
                <a:lnTo>
                  <a:pt x="2448271" y="7734563"/>
                </a:lnTo>
                <a:lnTo>
                  <a:pt x="2453903" y="7710760"/>
                </a:lnTo>
                <a:cubicBezTo>
                  <a:pt x="2457972" y="7693568"/>
                  <a:pt x="2463646" y="7682867"/>
                  <a:pt x="2470927" y="7678656"/>
                </a:cubicBezTo>
                <a:cubicBezTo>
                  <a:pt x="2478208" y="7674443"/>
                  <a:pt x="2489782" y="7674215"/>
                  <a:pt x="2505651" y="7677971"/>
                </a:cubicBezTo>
                <a:lnTo>
                  <a:pt x="2793267" y="7746035"/>
                </a:lnTo>
                <a:cubicBezTo>
                  <a:pt x="2829633" y="7754641"/>
                  <a:pt x="2857869" y="7768829"/>
                  <a:pt x="2877977" y="7788600"/>
                </a:cubicBezTo>
                <a:cubicBezTo>
                  <a:pt x="2898086" y="7808369"/>
                  <a:pt x="2903132" y="7839413"/>
                  <a:pt x="2893118" y="7881729"/>
                </a:cubicBezTo>
                <a:cubicBezTo>
                  <a:pt x="2883261" y="7923384"/>
                  <a:pt x="2865448" y="7948494"/>
                  <a:pt x="2839682" y="7957059"/>
                </a:cubicBezTo>
                <a:cubicBezTo>
                  <a:pt x="2813916" y="7965624"/>
                  <a:pt x="2781858" y="7965368"/>
                  <a:pt x="2743510" y="7956293"/>
                </a:cubicBezTo>
                <a:lnTo>
                  <a:pt x="2453910" y="7887759"/>
                </a:lnTo>
                <a:cubicBezTo>
                  <a:pt x="2437380" y="7883847"/>
                  <a:pt x="2427379" y="7878164"/>
                  <a:pt x="2423906" y="7870709"/>
                </a:cubicBezTo>
                <a:cubicBezTo>
                  <a:pt x="2420434" y="7863254"/>
                  <a:pt x="2420888" y="7850270"/>
                  <a:pt x="2425270" y="7831757"/>
                </a:cubicBezTo>
                <a:lnTo>
                  <a:pt x="2430198" y="7810930"/>
                </a:lnTo>
                <a:lnTo>
                  <a:pt x="2318127" y="7784408"/>
                </a:lnTo>
                <a:close/>
                <a:moveTo>
                  <a:pt x="1911801" y="9501395"/>
                </a:moveTo>
                <a:lnTo>
                  <a:pt x="2023872" y="9527917"/>
                </a:lnTo>
                <a:lnTo>
                  <a:pt x="2028801" y="9507090"/>
                </a:lnTo>
                <a:cubicBezTo>
                  <a:pt x="2032870" y="9489899"/>
                  <a:pt x="2037961" y="9478710"/>
                  <a:pt x="2044076" y="9473524"/>
                </a:cubicBezTo>
                <a:cubicBezTo>
                  <a:pt x="2050191" y="9468338"/>
                  <a:pt x="2060852" y="9467545"/>
                  <a:pt x="2076059" y="9471144"/>
                </a:cubicBezTo>
                <a:lnTo>
                  <a:pt x="2469796" y="9564322"/>
                </a:lnTo>
                <a:cubicBezTo>
                  <a:pt x="2486326" y="9568233"/>
                  <a:pt x="2496279" y="9573382"/>
                  <a:pt x="2499656" y="9579766"/>
                </a:cubicBezTo>
                <a:cubicBezTo>
                  <a:pt x="2503032" y="9586151"/>
                  <a:pt x="2502451" y="9598931"/>
                  <a:pt x="2497914" y="9618105"/>
                </a:cubicBezTo>
                <a:lnTo>
                  <a:pt x="2492985" y="9638933"/>
                </a:lnTo>
                <a:lnTo>
                  <a:pt x="2605056" y="9665455"/>
                </a:lnTo>
                <a:lnTo>
                  <a:pt x="2736961" y="9108073"/>
                </a:lnTo>
                <a:lnTo>
                  <a:pt x="2522736" y="9057377"/>
                </a:lnTo>
                <a:lnTo>
                  <a:pt x="2488939" y="9200193"/>
                </a:lnTo>
                <a:lnTo>
                  <a:pt x="2520675" y="9207704"/>
                </a:lnTo>
                <a:cubicBezTo>
                  <a:pt x="2534561" y="9210990"/>
                  <a:pt x="2544283" y="9214163"/>
                  <a:pt x="2549842" y="9217225"/>
                </a:cubicBezTo>
                <a:cubicBezTo>
                  <a:pt x="2555402" y="9220286"/>
                  <a:pt x="2558926" y="9225309"/>
                  <a:pt x="2560415" y="9232294"/>
                </a:cubicBezTo>
                <a:cubicBezTo>
                  <a:pt x="2561904" y="9239280"/>
                  <a:pt x="2560849" y="9250376"/>
                  <a:pt x="2557250" y="9265583"/>
                </a:cubicBezTo>
                <a:lnTo>
                  <a:pt x="2531432" y="9374680"/>
                </a:lnTo>
                <a:lnTo>
                  <a:pt x="2380682" y="9339004"/>
                </a:lnTo>
                <a:lnTo>
                  <a:pt x="2429031" y="9134697"/>
                </a:lnTo>
                <a:lnTo>
                  <a:pt x="2289190" y="9101604"/>
                </a:lnTo>
                <a:lnTo>
                  <a:pt x="2240840" y="9305911"/>
                </a:lnTo>
                <a:lnTo>
                  <a:pt x="2107942" y="9274460"/>
                </a:lnTo>
                <a:lnTo>
                  <a:pt x="2133290" y="9167348"/>
                </a:lnTo>
                <a:cubicBezTo>
                  <a:pt x="2136576" y="9153463"/>
                  <a:pt x="2141655" y="9144541"/>
                  <a:pt x="2148526" y="9140581"/>
                </a:cubicBezTo>
                <a:cubicBezTo>
                  <a:pt x="2155398" y="9136622"/>
                  <a:pt x="2166438" y="9136441"/>
                  <a:pt x="2181645" y="9140040"/>
                </a:cubicBezTo>
                <a:lnTo>
                  <a:pt x="2213382" y="9147551"/>
                </a:lnTo>
                <a:lnTo>
                  <a:pt x="2247180" y="9004734"/>
                </a:lnTo>
                <a:lnTo>
                  <a:pt x="2040889" y="8955915"/>
                </a:lnTo>
                <a:close/>
                <a:moveTo>
                  <a:pt x="1747053" y="10197561"/>
                </a:moveTo>
                <a:lnTo>
                  <a:pt x="1812743" y="9919981"/>
                </a:lnTo>
                <a:lnTo>
                  <a:pt x="1952348" y="9919981"/>
                </a:lnTo>
                <a:lnTo>
                  <a:pt x="1951484" y="9922316"/>
                </a:lnTo>
                <a:lnTo>
                  <a:pt x="1939045" y="9974881"/>
                </a:lnTo>
                <a:lnTo>
                  <a:pt x="2078886" y="10007974"/>
                </a:lnTo>
                <a:lnTo>
                  <a:pt x="2091560" y="9954418"/>
                </a:lnTo>
                <a:lnTo>
                  <a:pt x="2095325" y="9919981"/>
                </a:lnTo>
                <a:lnTo>
                  <a:pt x="2251589" y="9919980"/>
                </a:lnTo>
                <a:lnTo>
                  <a:pt x="2236531" y="9940941"/>
                </a:lnTo>
                <a:cubicBezTo>
                  <a:pt x="2230724" y="9952571"/>
                  <a:pt x="2225943" y="9966321"/>
                  <a:pt x="2222187" y="9982189"/>
                </a:cubicBezTo>
                <a:lnTo>
                  <a:pt x="2208809" y="10038721"/>
                </a:lnTo>
                <a:lnTo>
                  <a:pt x="2367494" y="10076274"/>
                </a:lnTo>
                <a:lnTo>
                  <a:pt x="2383689" y="10007841"/>
                </a:lnTo>
                <a:cubicBezTo>
                  <a:pt x="2391043" y="9976765"/>
                  <a:pt x="2389917" y="9952759"/>
                  <a:pt x="2380310" y="9935823"/>
                </a:cubicBezTo>
                <a:lnTo>
                  <a:pt x="2364966" y="9919980"/>
                </a:lnTo>
                <a:lnTo>
                  <a:pt x="2540233" y="9919981"/>
                </a:lnTo>
                <a:lnTo>
                  <a:pt x="2534660" y="9962924"/>
                </a:lnTo>
                <a:lnTo>
                  <a:pt x="2440308" y="10361620"/>
                </a:lnTo>
                <a:lnTo>
                  <a:pt x="2328237" y="10335099"/>
                </a:lnTo>
                <a:lnTo>
                  <a:pt x="2331288" y="10322205"/>
                </a:lnTo>
                <a:cubicBezTo>
                  <a:pt x="2335200" y="10305676"/>
                  <a:pt x="2337151" y="10293744"/>
                  <a:pt x="2337141" y="10286410"/>
                </a:cubicBezTo>
                <a:cubicBezTo>
                  <a:pt x="2337131" y="10279077"/>
                  <a:pt x="2334794" y="10273461"/>
                  <a:pt x="2330130" y="10269565"/>
                </a:cubicBezTo>
                <a:cubicBezTo>
                  <a:pt x="2325467" y="10265669"/>
                  <a:pt x="2316854" y="10262234"/>
                  <a:pt x="2304291" y="10259261"/>
                </a:cubicBezTo>
                <a:lnTo>
                  <a:pt x="1911546" y="10166318"/>
                </a:lnTo>
                <a:cubicBezTo>
                  <a:pt x="1896338" y="10162719"/>
                  <a:pt x="1885599" y="10163843"/>
                  <a:pt x="1879328" y="10169690"/>
                </a:cubicBezTo>
                <a:cubicBezTo>
                  <a:pt x="1873056" y="10175537"/>
                  <a:pt x="1867496" y="10188709"/>
                  <a:pt x="1862645" y="10209206"/>
                </a:cubicBezTo>
                <a:lnTo>
                  <a:pt x="1859124" y="10224083"/>
                </a:lnTo>
                <a:close/>
                <a:moveTo>
                  <a:pt x="3231105" y="3891085"/>
                </a:moveTo>
                <a:lnTo>
                  <a:pt x="3278515" y="3690745"/>
                </a:lnTo>
                <a:lnTo>
                  <a:pt x="3827669" y="3640563"/>
                </a:lnTo>
                <a:cubicBezTo>
                  <a:pt x="3853349" y="3638262"/>
                  <a:pt x="3872105" y="3635718"/>
                  <a:pt x="3883935" y="3632933"/>
                </a:cubicBezTo>
                <a:cubicBezTo>
                  <a:pt x="3895766" y="3630146"/>
                  <a:pt x="3904652" y="3625790"/>
                  <a:pt x="3910593" y="3619865"/>
                </a:cubicBezTo>
                <a:cubicBezTo>
                  <a:pt x="3916533" y="3613940"/>
                  <a:pt x="3920912" y="3605026"/>
                  <a:pt x="3923728" y="3593124"/>
                </a:cubicBezTo>
                <a:lnTo>
                  <a:pt x="3927014" y="3579239"/>
                </a:lnTo>
                <a:lnTo>
                  <a:pt x="4039086" y="3605761"/>
                </a:lnTo>
                <a:lnTo>
                  <a:pt x="3964684" y="3920157"/>
                </a:lnTo>
                <a:lnTo>
                  <a:pt x="3852612" y="3893635"/>
                </a:lnTo>
                <a:lnTo>
                  <a:pt x="3858010" y="3870824"/>
                </a:lnTo>
                <a:cubicBezTo>
                  <a:pt x="3862548" y="3851650"/>
                  <a:pt x="3858536" y="3840576"/>
                  <a:pt x="3845974" y="3837603"/>
                </a:cubicBezTo>
                <a:cubicBezTo>
                  <a:pt x="3836716" y="3835412"/>
                  <a:pt x="3817030" y="3835990"/>
                  <a:pt x="3786913" y="3839336"/>
                </a:cubicBezTo>
                <a:lnTo>
                  <a:pt x="3743258" y="4023807"/>
                </a:lnTo>
                <a:cubicBezTo>
                  <a:pt x="3745746" y="4025095"/>
                  <a:pt x="3752432" y="4029295"/>
                  <a:pt x="3763317" y="4036409"/>
                </a:cubicBezTo>
                <a:cubicBezTo>
                  <a:pt x="3774201" y="4043523"/>
                  <a:pt x="3783941" y="4048097"/>
                  <a:pt x="3792537" y="4050131"/>
                </a:cubicBezTo>
                <a:cubicBezTo>
                  <a:pt x="3800471" y="4052009"/>
                  <a:pt x="3806990" y="4049538"/>
                  <a:pt x="3812095" y="4042716"/>
                </a:cubicBezTo>
                <a:cubicBezTo>
                  <a:pt x="3817201" y="4035895"/>
                  <a:pt x="3821553" y="4024880"/>
                  <a:pt x="3825152" y="4009673"/>
                </a:cubicBezTo>
                <a:lnTo>
                  <a:pt x="3937223" y="4036195"/>
                </a:lnTo>
                <a:lnTo>
                  <a:pt x="3871740" y="4312902"/>
                </a:lnTo>
                <a:lnTo>
                  <a:pt x="3759669" y="4286380"/>
                </a:lnTo>
                <a:lnTo>
                  <a:pt x="3761077" y="4280429"/>
                </a:lnTo>
                <a:cubicBezTo>
                  <a:pt x="3764519" y="4265884"/>
                  <a:pt x="3765614" y="4254622"/>
                  <a:pt x="3764359" y="4246645"/>
                </a:cubicBezTo>
                <a:cubicBezTo>
                  <a:pt x="3763106" y="4238668"/>
                  <a:pt x="3759389" y="4231505"/>
                  <a:pt x="3753212" y="4225154"/>
                </a:cubicBezTo>
                <a:cubicBezTo>
                  <a:pt x="3747034" y="4218805"/>
                  <a:pt x="3735723" y="4210543"/>
                  <a:pt x="3719279" y="4200367"/>
                </a:cubicBezTo>
                <a:close/>
                <a:moveTo>
                  <a:pt x="2915239" y="5225820"/>
                </a:moveTo>
                <a:lnTo>
                  <a:pt x="2962650" y="5025480"/>
                </a:lnTo>
                <a:lnTo>
                  <a:pt x="3511803" y="4975297"/>
                </a:lnTo>
                <a:cubicBezTo>
                  <a:pt x="3537484" y="4972996"/>
                  <a:pt x="3556239" y="4970453"/>
                  <a:pt x="3568070" y="4967667"/>
                </a:cubicBezTo>
                <a:cubicBezTo>
                  <a:pt x="3579901" y="4964880"/>
                  <a:pt x="3588787" y="4960525"/>
                  <a:pt x="3594727" y="4954599"/>
                </a:cubicBezTo>
                <a:cubicBezTo>
                  <a:pt x="3600668" y="4948674"/>
                  <a:pt x="3605046" y="4939760"/>
                  <a:pt x="3607862" y="4927859"/>
                </a:cubicBezTo>
                <a:lnTo>
                  <a:pt x="3611149" y="4913974"/>
                </a:lnTo>
                <a:lnTo>
                  <a:pt x="3723220" y="4940496"/>
                </a:lnTo>
                <a:lnTo>
                  <a:pt x="3648818" y="5254891"/>
                </a:lnTo>
                <a:lnTo>
                  <a:pt x="3536747" y="5228369"/>
                </a:lnTo>
                <a:lnTo>
                  <a:pt x="3542145" y="5205558"/>
                </a:lnTo>
                <a:cubicBezTo>
                  <a:pt x="3546682" y="5186384"/>
                  <a:pt x="3542670" y="5175310"/>
                  <a:pt x="3530108" y="5172337"/>
                </a:cubicBezTo>
                <a:cubicBezTo>
                  <a:pt x="3520851" y="5170147"/>
                  <a:pt x="3501164" y="5170724"/>
                  <a:pt x="3471048" y="5174070"/>
                </a:cubicBezTo>
                <a:lnTo>
                  <a:pt x="3427392" y="5358542"/>
                </a:lnTo>
                <a:cubicBezTo>
                  <a:pt x="3429880" y="5359829"/>
                  <a:pt x="3436567" y="5364029"/>
                  <a:pt x="3447451" y="5371143"/>
                </a:cubicBezTo>
                <a:cubicBezTo>
                  <a:pt x="3458336" y="5378257"/>
                  <a:pt x="3468075" y="5382832"/>
                  <a:pt x="3476671" y="5384866"/>
                </a:cubicBezTo>
                <a:cubicBezTo>
                  <a:pt x="3484605" y="5386744"/>
                  <a:pt x="3491125" y="5384272"/>
                  <a:pt x="3496230" y="5377450"/>
                </a:cubicBezTo>
                <a:cubicBezTo>
                  <a:pt x="3501335" y="5370629"/>
                  <a:pt x="3505687" y="5359615"/>
                  <a:pt x="3509286" y="5344407"/>
                </a:cubicBezTo>
                <a:lnTo>
                  <a:pt x="3621358" y="5370929"/>
                </a:lnTo>
                <a:lnTo>
                  <a:pt x="3555875" y="5647636"/>
                </a:lnTo>
                <a:lnTo>
                  <a:pt x="3443803" y="5621114"/>
                </a:lnTo>
                <a:lnTo>
                  <a:pt x="3445211" y="5615164"/>
                </a:lnTo>
                <a:cubicBezTo>
                  <a:pt x="3448654" y="5600618"/>
                  <a:pt x="3449748" y="5589356"/>
                  <a:pt x="3448494" y="5581379"/>
                </a:cubicBezTo>
                <a:cubicBezTo>
                  <a:pt x="3447240" y="5573402"/>
                  <a:pt x="3443524" y="5566239"/>
                  <a:pt x="3437346" y="5559889"/>
                </a:cubicBezTo>
                <a:cubicBezTo>
                  <a:pt x="3431168" y="5553539"/>
                  <a:pt x="3419858" y="5545277"/>
                  <a:pt x="3403414" y="5535102"/>
                </a:cubicBezTo>
                <a:close/>
                <a:moveTo>
                  <a:pt x="2768111" y="5781145"/>
                </a:moveTo>
                <a:cubicBezTo>
                  <a:pt x="2787201" y="5700480"/>
                  <a:pt x="2818611" y="5629712"/>
                  <a:pt x="2862340" y="5568843"/>
                </a:cubicBezTo>
                <a:lnTo>
                  <a:pt x="3052763" y="5613906"/>
                </a:lnTo>
                <a:lnTo>
                  <a:pt x="3017792" y="5761682"/>
                </a:lnTo>
                <a:lnTo>
                  <a:pt x="2972170" y="5750885"/>
                </a:lnTo>
                <a:cubicBezTo>
                  <a:pt x="2945061" y="5744470"/>
                  <a:pt x="2924147" y="5745805"/>
                  <a:pt x="2909430" y="5754890"/>
                </a:cubicBezTo>
                <a:cubicBezTo>
                  <a:pt x="2894712" y="5763975"/>
                  <a:pt x="2884536" y="5780419"/>
                  <a:pt x="2878904" y="5804222"/>
                </a:cubicBezTo>
                <a:cubicBezTo>
                  <a:pt x="2872801" y="5830008"/>
                  <a:pt x="2875606" y="5849873"/>
                  <a:pt x="2887318" y="5863816"/>
                </a:cubicBezTo>
                <a:lnTo>
                  <a:pt x="2903209" y="5874171"/>
                </a:lnTo>
                <a:lnTo>
                  <a:pt x="2757660" y="5874171"/>
                </a:lnTo>
                <a:close/>
                <a:moveTo>
                  <a:pt x="2129296" y="8480552"/>
                </a:moveTo>
                <a:cubicBezTo>
                  <a:pt x="2109737" y="8563200"/>
                  <a:pt x="2110450" y="8636158"/>
                  <a:pt x="2131436" y="8699425"/>
                </a:cubicBezTo>
                <a:cubicBezTo>
                  <a:pt x="2152422" y="8762693"/>
                  <a:pt x="2188382" y="8814317"/>
                  <a:pt x="2239316" y="8854300"/>
                </a:cubicBezTo>
                <a:cubicBezTo>
                  <a:pt x="2290250" y="8894282"/>
                  <a:pt x="2350429" y="8922488"/>
                  <a:pt x="2419854" y="8938917"/>
                </a:cubicBezTo>
                <a:cubicBezTo>
                  <a:pt x="2475394" y="8952061"/>
                  <a:pt x="2532171" y="8955547"/>
                  <a:pt x="2590187" y="8949378"/>
                </a:cubicBezTo>
                <a:cubicBezTo>
                  <a:pt x="2648203" y="8943208"/>
                  <a:pt x="2702770" y="8918418"/>
                  <a:pt x="2753889" y="8875007"/>
                </a:cubicBezTo>
                <a:cubicBezTo>
                  <a:pt x="2805008" y="8831596"/>
                  <a:pt x="2841520" y="8763607"/>
                  <a:pt x="2863426" y="8671041"/>
                </a:cubicBezTo>
                <a:cubicBezTo>
                  <a:pt x="2875631" y="8619468"/>
                  <a:pt x="2882120" y="8572129"/>
                  <a:pt x="2882896" y="8529023"/>
                </a:cubicBezTo>
                <a:cubicBezTo>
                  <a:pt x="2883671" y="8485917"/>
                  <a:pt x="2879496" y="8442338"/>
                  <a:pt x="2870371" y="8398285"/>
                </a:cubicBezTo>
                <a:lnTo>
                  <a:pt x="2697801" y="8357446"/>
                </a:lnTo>
                <a:cubicBezTo>
                  <a:pt x="2681932" y="8353691"/>
                  <a:pt x="2671853" y="8348339"/>
                  <a:pt x="2667563" y="8341389"/>
                </a:cubicBezTo>
                <a:cubicBezTo>
                  <a:pt x="2663273" y="8334439"/>
                  <a:pt x="2663162" y="8322368"/>
                  <a:pt x="2667230" y="8305177"/>
                </a:cubicBezTo>
                <a:lnTo>
                  <a:pt x="2673098" y="8280382"/>
                </a:lnTo>
                <a:lnTo>
                  <a:pt x="2561027" y="8253860"/>
                </a:lnTo>
                <a:lnTo>
                  <a:pt x="2486625" y="8568255"/>
                </a:lnTo>
                <a:lnTo>
                  <a:pt x="2598696" y="8594777"/>
                </a:lnTo>
                <a:lnTo>
                  <a:pt x="2604329" y="8570974"/>
                </a:lnTo>
                <a:cubicBezTo>
                  <a:pt x="2608084" y="8555106"/>
                  <a:pt x="2612728" y="8544335"/>
                  <a:pt x="2618260" y="8538662"/>
                </a:cubicBezTo>
                <a:cubicBezTo>
                  <a:pt x="2623792" y="8532989"/>
                  <a:pt x="2632508" y="8531561"/>
                  <a:pt x="2644409" y="8534377"/>
                </a:cubicBezTo>
                <a:lnTo>
                  <a:pt x="2726728" y="8553858"/>
                </a:lnTo>
                <a:cubicBezTo>
                  <a:pt x="2728993" y="8576737"/>
                  <a:pt x="2727545" y="8599086"/>
                  <a:pt x="2722381" y="8620906"/>
                </a:cubicBezTo>
                <a:cubicBezTo>
                  <a:pt x="2695781" y="8733307"/>
                  <a:pt x="2606114" y="8771436"/>
                  <a:pt x="2453380" y="8735291"/>
                </a:cubicBezTo>
                <a:cubicBezTo>
                  <a:pt x="2376021" y="8716984"/>
                  <a:pt x="2320743" y="8688717"/>
                  <a:pt x="2287548" y="8650489"/>
                </a:cubicBezTo>
                <a:cubicBezTo>
                  <a:pt x="2254353" y="8612260"/>
                  <a:pt x="2243466" y="8569013"/>
                  <a:pt x="2254889" y="8520746"/>
                </a:cubicBezTo>
                <a:cubicBezTo>
                  <a:pt x="2263807" y="8483059"/>
                  <a:pt x="2279166" y="8459463"/>
                  <a:pt x="2300965" y="8449959"/>
                </a:cubicBezTo>
                <a:cubicBezTo>
                  <a:pt x="2322765" y="8440455"/>
                  <a:pt x="2348541" y="8439224"/>
                  <a:pt x="2378294" y="8446265"/>
                </a:cubicBezTo>
                <a:lnTo>
                  <a:pt x="2425900" y="8457531"/>
                </a:lnTo>
                <a:lnTo>
                  <a:pt x="2463687" y="8297854"/>
                </a:lnTo>
                <a:lnTo>
                  <a:pt x="2241528" y="8245280"/>
                </a:lnTo>
                <a:cubicBezTo>
                  <a:pt x="2189551" y="8305594"/>
                  <a:pt x="2152140" y="8384018"/>
                  <a:pt x="2129296" y="8480552"/>
                </a:cubicBezTo>
                <a:close/>
                <a:moveTo>
                  <a:pt x="1129981" y="9919981"/>
                </a:moveTo>
                <a:lnTo>
                  <a:pt x="1450362" y="9919981"/>
                </a:lnTo>
                <a:lnTo>
                  <a:pt x="1421614" y="10041460"/>
                </a:lnTo>
                <a:lnTo>
                  <a:pt x="1337822" y="10021630"/>
                </a:lnTo>
                <a:lnTo>
                  <a:pt x="1342034" y="10003834"/>
                </a:lnTo>
                <a:cubicBezTo>
                  <a:pt x="1345192" y="9990486"/>
                  <a:pt x="1345386" y="9981397"/>
                  <a:pt x="1342614" y="9976565"/>
                </a:cubicBezTo>
                <a:cubicBezTo>
                  <a:pt x="1339842" y="9971732"/>
                  <a:pt x="1333513" y="9968146"/>
                  <a:pt x="1323626" y="9965807"/>
                </a:cubicBezTo>
                <a:close/>
                <a:moveTo>
                  <a:pt x="1043129" y="9751431"/>
                </a:moveTo>
                <a:lnTo>
                  <a:pt x="1051377" y="9716580"/>
                </a:lnTo>
                <a:cubicBezTo>
                  <a:pt x="1062374" y="9670111"/>
                  <a:pt x="1088635" y="9651791"/>
                  <a:pt x="1130160" y="9661617"/>
                </a:cubicBezTo>
                <a:cubicBezTo>
                  <a:pt x="1155866" y="9667701"/>
                  <a:pt x="1171036" y="9678599"/>
                  <a:pt x="1175670" y="9694313"/>
                </a:cubicBezTo>
                <a:cubicBezTo>
                  <a:pt x="1180303" y="9710026"/>
                  <a:pt x="1180281" y="9727770"/>
                  <a:pt x="1175601" y="9747544"/>
                </a:cubicBezTo>
                <a:lnTo>
                  <a:pt x="1167705" y="9780912"/>
                </a:lnTo>
                <a:close/>
                <a:moveTo>
                  <a:pt x="1591519" y="7391119"/>
                </a:moveTo>
                <a:cubicBezTo>
                  <a:pt x="1609184" y="7316473"/>
                  <a:pt x="1673877" y="7292369"/>
                  <a:pt x="1785600" y="7318808"/>
                </a:cubicBezTo>
                <a:cubicBezTo>
                  <a:pt x="1846404" y="7333198"/>
                  <a:pt x="1889655" y="7352830"/>
                  <a:pt x="1915351" y="7377704"/>
                </a:cubicBezTo>
                <a:cubicBezTo>
                  <a:pt x="1941047" y="7402578"/>
                  <a:pt x="1949216" y="7434789"/>
                  <a:pt x="1939857" y="7474337"/>
                </a:cubicBezTo>
                <a:cubicBezTo>
                  <a:pt x="1930849" y="7512401"/>
                  <a:pt x="1909728" y="7537681"/>
                  <a:pt x="1876493" y="7550175"/>
                </a:cubicBezTo>
                <a:cubicBezTo>
                  <a:pt x="1843259" y="7562670"/>
                  <a:pt x="1798464" y="7562248"/>
                  <a:pt x="1742108" y="7548911"/>
                </a:cubicBezTo>
                <a:cubicBezTo>
                  <a:pt x="1685753" y="7535575"/>
                  <a:pt x="1644343" y="7515335"/>
                  <a:pt x="1617878" y="7488191"/>
                </a:cubicBezTo>
                <a:cubicBezTo>
                  <a:pt x="1591414" y="7461047"/>
                  <a:pt x="1582628" y="7428690"/>
                  <a:pt x="1591519" y="7391119"/>
                </a:cubicBezTo>
                <a:close/>
                <a:moveTo>
                  <a:pt x="1176945" y="9142958"/>
                </a:moveTo>
                <a:cubicBezTo>
                  <a:pt x="1194610" y="9068312"/>
                  <a:pt x="1259304" y="9044208"/>
                  <a:pt x="1371026" y="9070647"/>
                </a:cubicBezTo>
                <a:cubicBezTo>
                  <a:pt x="1431831" y="9085037"/>
                  <a:pt x="1475081" y="9104669"/>
                  <a:pt x="1500778" y="9129543"/>
                </a:cubicBezTo>
                <a:cubicBezTo>
                  <a:pt x="1526474" y="9154417"/>
                  <a:pt x="1534643" y="9186628"/>
                  <a:pt x="1525284" y="9226176"/>
                </a:cubicBezTo>
                <a:cubicBezTo>
                  <a:pt x="1516276" y="9264240"/>
                  <a:pt x="1495154" y="9289520"/>
                  <a:pt x="1461920" y="9302014"/>
                </a:cubicBezTo>
                <a:cubicBezTo>
                  <a:pt x="1428685" y="9314508"/>
                  <a:pt x="1383890" y="9314087"/>
                  <a:pt x="1327535" y="9300751"/>
                </a:cubicBezTo>
                <a:cubicBezTo>
                  <a:pt x="1271179" y="9287414"/>
                  <a:pt x="1229769" y="9267174"/>
                  <a:pt x="1203305" y="9240030"/>
                </a:cubicBezTo>
                <a:cubicBezTo>
                  <a:pt x="1176841" y="9212886"/>
                  <a:pt x="1168054" y="9180528"/>
                  <a:pt x="1176945" y="9142958"/>
                </a:cubicBezTo>
                <a:close/>
                <a:moveTo>
                  <a:pt x="992208" y="9919981"/>
                </a:moveTo>
                <a:lnTo>
                  <a:pt x="1002647" y="9897677"/>
                </a:lnTo>
                <a:cubicBezTo>
                  <a:pt x="1007525" y="9893611"/>
                  <a:pt x="1016143" y="9893041"/>
                  <a:pt x="1028501" y="9895965"/>
                </a:cubicBezTo>
                <a:lnTo>
                  <a:pt x="1129981" y="9919981"/>
                </a:lnTo>
                <a:close/>
                <a:moveTo>
                  <a:pt x="908287" y="9919981"/>
                </a:moveTo>
                <a:lnTo>
                  <a:pt x="992208" y="9919981"/>
                </a:lnTo>
                <a:lnTo>
                  <a:pt x="990769" y="9923056"/>
                </a:lnTo>
                <a:lnTo>
                  <a:pt x="987084" y="9938628"/>
                </a:lnTo>
                <a:close/>
                <a:moveTo>
                  <a:pt x="1583280" y="7045412"/>
                </a:moveTo>
                <a:lnTo>
                  <a:pt x="1667072" y="7065242"/>
                </a:lnTo>
                <a:lnTo>
                  <a:pt x="1670055" y="7052636"/>
                </a:lnTo>
                <a:cubicBezTo>
                  <a:pt x="1673565" y="7037805"/>
                  <a:pt x="1677882" y="7028386"/>
                  <a:pt x="1683006" y="7024379"/>
                </a:cubicBezTo>
                <a:cubicBezTo>
                  <a:pt x="1688131" y="7020371"/>
                  <a:pt x="1697120" y="7019888"/>
                  <a:pt x="1709973" y="7022930"/>
                </a:cubicBezTo>
                <a:lnTo>
                  <a:pt x="2002131" y="7092069"/>
                </a:lnTo>
                <a:cubicBezTo>
                  <a:pt x="2013007" y="7094643"/>
                  <a:pt x="2019772" y="7098593"/>
                  <a:pt x="2022427" y="7103920"/>
                </a:cubicBezTo>
                <a:cubicBezTo>
                  <a:pt x="2025081" y="7109246"/>
                  <a:pt x="2024537" y="7119819"/>
                  <a:pt x="2020793" y="7135638"/>
                </a:cubicBezTo>
                <a:lnTo>
                  <a:pt x="2017810" y="7148244"/>
                </a:lnTo>
                <a:lnTo>
                  <a:pt x="2101602" y="7168073"/>
                </a:lnTo>
                <a:lnTo>
                  <a:pt x="2161441" y="6915215"/>
                </a:lnTo>
                <a:lnTo>
                  <a:pt x="2077649" y="6895386"/>
                </a:lnTo>
                <a:lnTo>
                  <a:pt x="2072911" y="6915407"/>
                </a:lnTo>
                <a:cubicBezTo>
                  <a:pt x="2069051" y="6931720"/>
                  <a:pt x="2064681" y="6941910"/>
                  <a:pt x="2059804" y="6945976"/>
                </a:cubicBezTo>
                <a:cubicBezTo>
                  <a:pt x="2054927" y="6950042"/>
                  <a:pt x="2047050" y="6950788"/>
                  <a:pt x="2036174" y="6948215"/>
                </a:cubicBezTo>
                <a:lnTo>
                  <a:pt x="1933845" y="6923998"/>
                </a:lnTo>
                <a:lnTo>
                  <a:pt x="1967713" y="6780885"/>
                </a:lnTo>
                <a:lnTo>
                  <a:pt x="1863158" y="6756143"/>
                </a:lnTo>
                <a:lnTo>
                  <a:pt x="1829291" y="6899256"/>
                </a:lnTo>
                <a:lnTo>
                  <a:pt x="1730669" y="6875917"/>
                </a:lnTo>
                <a:lnTo>
                  <a:pt x="1750147" y="6793608"/>
                </a:lnTo>
                <a:cubicBezTo>
                  <a:pt x="1753072" y="6781250"/>
                  <a:pt x="1757292" y="6773895"/>
                  <a:pt x="1762807" y="6771546"/>
                </a:cubicBezTo>
                <a:cubicBezTo>
                  <a:pt x="1768322" y="6769197"/>
                  <a:pt x="1777012" y="6769427"/>
                  <a:pt x="1788876" y="6772234"/>
                </a:cubicBezTo>
                <a:lnTo>
                  <a:pt x="1810380" y="6777323"/>
                </a:lnTo>
                <a:lnTo>
                  <a:pt x="1835649" y="6670544"/>
                </a:lnTo>
                <a:lnTo>
                  <a:pt x="1680672" y="6633869"/>
                </a:lnTo>
                <a:close/>
                <a:moveTo>
                  <a:pt x="1276013" y="8343812"/>
                </a:moveTo>
                <a:lnTo>
                  <a:pt x="1359805" y="8363641"/>
                </a:lnTo>
                <a:lnTo>
                  <a:pt x="1363490" y="8348069"/>
                </a:lnTo>
                <a:cubicBezTo>
                  <a:pt x="1366531" y="8335217"/>
                  <a:pt x="1370338" y="8326851"/>
                  <a:pt x="1374910" y="8322974"/>
                </a:cubicBezTo>
                <a:cubicBezTo>
                  <a:pt x="1379482" y="8319096"/>
                  <a:pt x="1387453" y="8318503"/>
                  <a:pt x="1398823" y="8321194"/>
                </a:cubicBezTo>
                <a:lnTo>
                  <a:pt x="1693206" y="8390860"/>
                </a:lnTo>
                <a:cubicBezTo>
                  <a:pt x="1705564" y="8393785"/>
                  <a:pt x="1713006" y="8397634"/>
                  <a:pt x="1715530" y="8402407"/>
                </a:cubicBezTo>
                <a:cubicBezTo>
                  <a:pt x="1718055" y="8407181"/>
                  <a:pt x="1717621" y="8416736"/>
                  <a:pt x="1714228" y="8431072"/>
                </a:cubicBezTo>
                <a:lnTo>
                  <a:pt x="1710543" y="8446644"/>
                </a:lnTo>
                <a:lnTo>
                  <a:pt x="1794335" y="8466473"/>
                </a:lnTo>
                <a:lnTo>
                  <a:pt x="1892955" y="8049739"/>
                </a:lnTo>
                <a:lnTo>
                  <a:pt x="1732787" y="8011836"/>
                </a:lnTo>
                <a:lnTo>
                  <a:pt x="1707518" y="8118615"/>
                </a:lnTo>
                <a:lnTo>
                  <a:pt x="1731246" y="8124230"/>
                </a:lnTo>
                <a:cubicBezTo>
                  <a:pt x="1741628" y="8126687"/>
                  <a:pt x="1748897" y="8129059"/>
                  <a:pt x="1753053" y="8131348"/>
                </a:cubicBezTo>
                <a:cubicBezTo>
                  <a:pt x="1757210" y="8133637"/>
                  <a:pt x="1759845" y="8137392"/>
                  <a:pt x="1760958" y="8142615"/>
                </a:cubicBezTo>
                <a:cubicBezTo>
                  <a:pt x="1762071" y="8147838"/>
                  <a:pt x="1761282" y="8156134"/>
                  <a:pt x="1758592" y="8167504"/>
                </a:cubicBezTo>
                <a:lnTo>
                  <a:pt x="1739289" y="8249071"/>
                </a:lnTo>
                <a:lnTo>
                  <a:pt x="1626578" y="8222398"/>
                </a:lnTo>
                <a:lnTo>
                  <a:pt x="1662727" y="8069645"/>
                </a:lnTo>
                <a:lnTo>
                  <a:pt x="1558173" y="8044902"/>
                </a:lnTo>
                <a:lnTo>
                  <a:pt x="1522024" y="8197655"/>
                </a:lnTo>
                <a:lnTo>
                  <a:pt x="1422660" y="8174141"/>
                </a:lnTo>
                <a:lnTo>
                  <a:pt x="1441612" y="8094057"/>
                </a:lnTo>
                <a:cubicBezTo>
                  <a:pt x="1444069" y="8083676"/>
                  <a:pt x="1447866" y="8077005"/>
                  <a:pt x="1453004" y="8074044"/>
                </a:cubicBezTo>
                <a:cubicBezTo>
                  <a:pt x="1458142" y="8071084"/>
                  <a:pt x="1466396" y="8070949"/>
                  <a:pt x="1477766" y="8073640"/>
                </a:cubicBezTo>
                <a:lnTo>
                  <a:pt x="1501494" y="8079256"/>
                </a:lnTo>
                <a:lnTo>
                  <a:pt x="1526764" y="7972477"/>
                </a:lnTo>
                <a:lnTo>
                  <a:pt x="1372528" y="7935977"/>
                </a:lnTo>
                <a:close/>
                <a:moveTo>
                  <a:pt x="1168180" y="8799475"/>
                </a:moveTo>
                <a:lnTo>
                  <a:pt x="1251972" y="8819305"/>
                </a:lnTo>
                <a:lnTo>
                  <a:pt x="1254955" y="8806699"/>
                </a:lnTo>
                <a:cubicBezTo>
                  <a:pt x="1258816" y="8790386"/>
                  <a:pt x="1263250" y="8780472"/>
                  <a:pt x="1268257" y="8776959"/>
                </a:cubicBezTo>
                <a:cubicBezTo>
                  <a:pt x="1273265" y="8773446"/>
                  <a:pt x="1281948" y="8773152"/>
                  <a:pt x="1294307" y="8776076"/>
                </a:cubicBezTo>
                <a:lnTo>
                  <a:pt x="1588690" y="8845742"/>
                </a:lnTo>
                <a:cubicBezTo>
                  <a:pt x="1598577" y="8848082"/>
                  <a:pt x="1604818" y="8852039"/>
                  <a:pt x="1607415" y="8857612"/>
                </a:cubicBezTo>
                <a:cubicBezTo>
                  <a:pt x="1610011" y="8863186"/>
                  <a:pt x="1609788" y="8872399"/>
                  <a:pt x="1606746" y="8885252"/>
                </a:cubicBezTo>
                <a:lnTo>
                  <a:pt x="1602710" y="8902307"/>
                </a:lnTo>
                <a:lnTo>
                  <a:pt x="1686502" y="8922137"/>
                </a:lnTo>
                <a:lnTo>
                  <a:pt x="1782490" y="8516526"/>
                </a:lnTo>
                <a:lnTo>
                  <a:pt x="1612682" y="8476340"/>
                </a:lnTo>
                <a:lnTo>
                  <a:pt x="1587413" y="8583119"/>
                </a:lnTo>
                <a:lnTo>
                  <a:pt x="1629679" y="8593122"/>
                </a:lnTo>
                <a:cubicBezTo>
                  <a:pt x="1639072" y="8595344"/>
                  <a:pt x="1645554" y="8598836"/>
                  <a:pt x="1649126" y="8603597"/>
                </a:cubicBezTo>
                <a:cubicBezTo>
                  <a:pt x="1652698" y="8608357"/>
                  <a:pt x="1652787" y="8617905"/>
                  <a:pt x="1649394" y="8632241"/>
                </a:cubicBezTo>
                <a:lnTo>
                  <a:pt x="1632197" y="8704910"/>
                </a:lnTo>
                <a:lnTo>
                  <a:pt x="1325208" y="8632261"/>
                </a:lnTo>
                <a:cubicBezTo>
                  <a:pt x="1314333" y="8629687"/>
                  <a:pt x="1307597" y="8625614"/>
                  <a:pt x="1305001" y="8620040"/>
                </a:cubicBezTo>
                <a:cubicBezTo>
                  <a:pt x="1302404" y="8614466"/>
                  <a:pt x="1302744" y="8604759"/>
                  <a:pt x="1306020" y="8590917"/>
                </a:cubicBezTo>
                <a:lnTo>
                  <a:pt x="1311284" y="8568671"/>
                </a:lnTo>
                <a:lnTo>
                  <a:pt x="1227493" y="8548842"/>
                </a:lnTo>
                <a:close/>
                <a:moveTo>
                  <a:pt x="1490593" y="7360971"/>
                </a:moveTo>
                <a:cubicBezTo>
                  <a:pt x="1477256" y="7417326"/>
                  <a:pt x="1477285" y="7468492"/>
                  <a:pt x="1490679" y="7514468"/>
                </a:cubicBezTo>
                <a:cubicBezTo>
                  <a:pt x="1504073" y="7560445"/>
                  <a:pt x="1529265" y="7599033"/>
                  <a:pt x="1566254" y="7630234"/>
                </a:cubicBezTo>
                <a:cubicBezTo>
                  <a:pt x="1603243" y="7661435"/>
                  <a:pt x="1649668" y="7683645"/>
                  <a:pt x="1705529" y="7696865"/>
                </a:cubicBezTo>
                <a:cubicBezTo>
                  <a:pt x="1761884" y="7710201"/>
                  <a:pt x="1813005" y="7711467"/>
                  <a:pt x="1858891" y="7700661"/>
                </a:cubicBezTo>
                <a:cubicBezTo>
                  <a:pt x="1904776" y="7689856"/>
                  <a:pt x="1943274" y="7667253"/>
                  <a:pt x="1974385" y="7632853"/>
                </a:cubicBezTo>
                <a:cubicBezTo>
                  <a:pt x="2005495" y="7598452"/>
                  <a:pt x="2027542" y="7553816"/>
                  <a:pt x="2040528" y="7498944"/>
                </a:cubicBezTo>
                <a:cubicBezTo>
                  <a:pt x="2054216" y="7441105"/>
                  <a:pt x="2053257" y="7389458"/>
                  <a:pt x="2037651" y="7344003"/>
                </a:cubicBezTo>
                <a:cubicBezTo>
                  <a:pt x="2022046" y="7298547"/>
                  <a:pt x="1994649" y="7261003"/>
                  <a:pt x="1955462" y="7231370"/>
                </a:cubicBezTo>
                <a:cubicBezTo>
                  <a:pt x="1916275" y="7201737"/>
                  <a:pt x="1868998" y="7180369"/>
                  <a:pt x="1813632" y="7167267"/>
                </a:cubicBezTo>
                <a:cubicBezTo>
                  <a:pt x="1731570" y="7147847"/>
                  <a:pt x="1662041" y="7154884"/>
                  <a:pt x="1605043" y="7188379"/>
                </a:cubicBezTo>
                <a:cubicBezTo>
                  <a:pt x="1548046" y="7221873"/>
                  <a:pt x="1509896" y="7279404"/>
                  <a:pt x="1490593" y="7360971"/>
                </a:cubicBezTo>
                <a:close/>
                <a:moveTo>
                  <a:pt x="1076019" y="9112810"/>
                </a:moveTo>
                <a:cubicBezTo>
                  <a:pt x="1062683" y="9169165"/>
                  <a:pt x="1062712" y="9220331"/>
                  <a:pt x="1076106" y="9266307"/>
                </a:cubicBezTo>
                <a:cubicBezTo>
                  <a:pt x="1089500" y="9312284"/>
                  <a:pt x="1114691" y="9350872"/>
                  <a:pt x="1151680" y="9382073"/>
                </a:cubicBezTo>
                <a:cubicBezTo>
                  <a:pt x="1188669" y="9413274"/>
                  <a:pt x="1235094" y="9435484"/>
                  <a:pt x="1290956" y="9448703"/>
                </a:cubicBezTo>
                <a:cubicBezTo>
                  <a:pt x="1347311" y="9462040"/>
                  <a:pt x="1398432" y="9463306"/>
                  <a:pt x="1444317" y="9452500"/>
                </a:cubicBezTo>
                <a:cubicBezTo>
                  <a:pt x="1490203" y="9441695"/>
                  <a:pt x="1528701" y="9419092"/>
                  <a:pt x="1559811" y="9384691"/>
                </a:cubicBezTo>
                <a:cubicBezTo>
                  <a:pt x="1590921" y="9350291"/>
                  <a:pt x="1612969" y="9305655"/>
                  <a:pt x="1625955" y="9250783"/>
                </a:cubicBezTo>
                <a:cubicBezTo>
                  <a:pt x="1639642" y="9192944"/>
                  <a:pt x="1638683" y="9141297"/>
                  <a:pt x="1623078" y="9095842"/>
                </a:cubicBezTo>
                <a:cubicBezTo>
                  <a:pt x="1607472" y="9050386"/>
                  <a:pt x="1580076" y="9012842"/>
                  <a:pt x="1540889" y="8983209"/>
                </a:cubicBezTo>
                <a:cubicBezTo>
                  <a:pt x="1501702" y="8953576"/>
                  <a:pt x="1454425" y="8932208"/>
                  <a:pt x="1399058" y="8919106"/>
                </a:cubicBezTo>
                <a:cubicBezTo>
                  <a:pt x="1316997" y="8899686"/>
                  <a:pt x="1247467" y="8906723"/>
                  <a:pt x="1190470" y="8940218"/>
                </a:cubicBezTo>
                <a:cubicBezTo>
                  <a:pt x="1133472" y="8973712"/>
                  <a:pt x="1095322" y="9031242"/>
                  <a:pt x="1076019" y="9112810"/>
                </a:cubicBezTo>
                <a:close/>
                <a:moveTo>
                  <a:pt x="0" y="9919981"/>
                </a:moveTo>
                <a:lnTo>
                  <a:pt x="1011453" y="5874170"/>
                </a:lnTo>
                <a:lnTo>
                  <a:pt x="2757660" y="5874171"/>
                </a:lnTo>
                <a:lnTo>
                  <a:pt x="2755331" y="5894897"/>
                </a:lnTo>
                <a:cubicBezTo>
                  <a:pt x="2756981" y="5927755"/>
                  <a:pt x="2765394" y="5957849"/>
                  <a:pt x="2780571" y="5985180"/>
                </a:cubicBezTo>
                <a:cubicBezTo>
                  <a:pt x="2792720" y="6007605"/>
                  <a:pt x="2809735" y="6027167"/>
                  <a:pt x="2831617" y="6043866"/>
                </a:cubicBezTo>
                <a:cubicBezTo>
                  <a:pt x="2853500" y="6060564"/>
                  <a:pt x="2878326" y="6072200"/>
                  <a:pt x="2906096" y="6078772"/>
                </a:cubicBezTo>
                <a:cubicBezTo>
                  <a:pt x="2943122" y="6087534"/>
                  <a:pt x="2977672" y="6086110"/>
                  <a:pt x="3009745" y="6074499"/>
                </a:cubicBezTo>
                <a:cubicBezTo>
                  <a:pt x="3041817" y="6062889"/>
                  <a:pt x="3069353" y="6047585"/>
                  <a:pt x="3092351" y="6028590"/>
                </a:cubicBezTo>
                <a:cubicBezTo>
                  <a:pt x="3115349" y="6009595"/>
                  <a:pt x="3141730" y="5984418"/>
                  <a:pt x="3171494" y="5953060"/>
                </a:cubicBezTo>
                <a:lnTo>
                  <a:pt x="3202701" y="5918552"/>
                </a:lnTo>
                <a:cubicBezTo>
                  <a:pt x="3215539" y="5904135"/>
                  <a:pt x="3227343" y="5891873"/>
                  <a:pt x="3238113" y="5881766"/>
                </a:cubicBezTo>
                <a:lnTo>
                  <a:pt x="3247414" y="5874171"/>
                </a:lnTo>
                <a:lnTo>
                  <a:pt x="3367486" y="5874171"/>
                </a:lnTo>
                <a:lnTo>
                  <a:pt x="3376249" y="5880026"/>
                </a:lnTo>
                <a:cubicBezTo>
                  <a:pt x="3387160" y="5895874"/>
                  <a:pt x="3389487" y="5917022"/>
                  <a:pt x="3383228" y="5943469"/>
                </a:cubicBezTo>
                <a:cubicBezTo>
                  <a:pt x="3370398" y="5997687"/>
                  <a:pt x="3332906" y="6017441"/>
                  <a:pt x="3270755" y="6002733"/>
                </a:cubicBezTo>
                <a:lnTo>
                  <a:pt x="3230092" y="5993110"/>
                </a:lnTo>
                <a:lnTo>
                  <a:pt x="3193713" y="6146836"/>
                </a:lnTo>
                <a:lnTo>
                  <a:pt x="3405954" y="6197063"/>
                </a:lnTo>
                <a:cubicBezTo>
                  <a:pt x="3450118" y="6131410"/>
                  <a:pt x="3482527" y="6054944"/>
                  <a:pt x="3503181" y="5967667"/>
                </a:cubicBezTo>
                <a:cubicBezTo>
                  <a:pt x="3509283" y="5941881"/>
                  <a:pt x="3513403" y="5918200"/>
                  <a:pt x="3515542" y="5896625"/>
                </a:cubicBezTo>
                <a:lnTo>
                  <a:pt x="3515722" y="5874171"/>
                </a:lnTo>
                <a:lnTo>
                  <a:pt x="4023060" y="5874171"/>
                </a:lnTo>
                <a:lnTo>
                  <a:pt x="3992041" y="6005247"/>
                </a:lnTo>
                <a:lnTo>
                  <a:pt x="4104112" y="6031769"/>
                </a:lnTo>
                <a:lnTo>
                  <a:pt x="4109745" y="6007966"/>
                </a:lnTo>
                <a:cubicBezTo>
                  <a:pt x="4113813" y="5990775"/>
                  <a:pt x="4119488" y="5980074"/>
                  <a:pt x="4126768" y="5975862"/>
                </a:cubicBezTo>
                <a:cubicBezTo>
                  <a:pt x="4134049" y="5971650"/>
                  <a:pt x="4145623" y="5971422"/>
                  <a:pt x="4161492" y="5975178"/>
                </a:cubicBezTo>
                <a:lnTo>
                  <a:pt x="4449109" y="6043242"/>
                </a:lnTo>
                <a:cubicBezTo>
                  <a:pt x="4485474" y="6051848"/>
                  <a:pt x="4513711" y="6066036"/>
                  <a:pt x="4533819" y="6085806"/>
                </a:cubicBezTo>
                <a:cubicBezTo>
                  <a:pt x="4553927" y="6105576"/>
                  <a:pt x="4558974" y="6136619"/>
                  <a:pt x="4548960" y="6178935"/>
                </a:cubicBezTo>
                <a:cubicBezTo>
                  <a:pt x="4539102" y="6220590"/>
                  <a:pt x="4521290" y="6245701"/>
                  <a:pt x="4495524" y="6254265"/>
                </a:cubicBezTo>
                <a:cubicBezTo>
                  <a:pt x="4469758" y="6262830"/>
                  <a:pt x="4437700" y="6262575"/>
                  <a:pt x="4399351" y="6253499"/>
                </a:cubicBezTo>
                <a:lnTo>
                  <a:pt x="4109751" y="6184965"/>
                </a:lnTo>
                <a:cubicBezTo>
                  <a:pt x="4093222" y="6181054"/>
                  <a:pt x="4083220" y="6175370"/>
                  <a:pt x="4079748" y="6167916"/>
                </a:cubicBezTo>
                <a:cubicBezTo>
                  <a:pt x="4076276" y="6160461"/>
                  <a:pt x="4076730" y="6147477"/>
                  <a:pt x="4081111" y="6128964"/>
                </a:cubicBezTo>
                <a:lnTo>
                  <a:pt x="4086040" y="6108136"/>
                </a:lnTo>
                <a:lnTo>
                  <a:pt x="3973968" y="6081615"/>
                </a:lnTo>
                <a:lnTo>
                  <a:pt x="3896516" y="6408902"/>
                </a:lnTo>
                <a:lnTo>
                  <a:pt x="4008587" y="6435424"/>
                </a:lnTo>
                <a:lnTo>
                  <a:pt x="4014689" y="6409638"/>
                </a:lnTo>
                <a:cubicBezTo>
                  <a:pt x="4018444" y="6393770"/>
                  <a:pt x="4023797" y="6383689"/>
                  <a:pt x="4030748" y="6379400"/>
                </a:cubicBezTo>
                <a:cubicBezTo>
                  <a:pt x="4037697" y="6375109"/>
                  <a:pt x="4048446" y="6374686"/>
                  <a:pt x="4062992" y="6378128"/>
                </a:cubicBezTo>
                <a:lnTo>
                  <a:pt x="4357551" y="6447836"/>
                </a:lnTo>
                <a:cubicBezTo>
                  <a:pt x="4447472" y="6469115"/>
                  <a:pt x="4520546" y="6461273"/>
                  <a:pt x="4576773" y="6424307"/>
                </a:cubicBezTo>
                <a:cubicBezTo>
                  <a:pt x="4632999" y="6387342"/>
                  <a:pt x="4673083" y="6318278"/>
                  <a:pt x="4697023" y="6217117"/>
                </a:cubicBezTo>
                <a:cubicBezTo>
                  <a:pt x="4719242" y="6123228"/>
                  <a:pt x="4713395" y="6048357"/>
                  <a:pt x="4679483" y="5992504"/>
                </a:cubicBezTo>
                <a:cubicBezTo>
                  <a:pt x="4645571" y="5936650"/>
                  <a:pt x="4582332" y="5897772"/>
                  <a:pt x="4489765" y="5875866"/>
                </a:cubicBezTo>
                <a:lnTo>
                  <a:pt x="4482604" y="5874171"/>
                </a:lnTo>
                <a:lnTo>
                  <a:pt x="8106498" y="5874171"/>
                </a:lnTo>
                <a:lnTo>
                  <a:pt x="7095046" y="9919981"/>
                </a:lnTo>
                <a:lnTo>
                  <a:pt x="6556103" y="9919981"/>
                </a:lnTo>
                <a:lnTo>
                  <a:pt x="6552743" y="9900290"/>
                </a:lnTo>
                <a:cubicBezTo>
                  <a:pt x="6537138" y="9854834"/>
                  <a:pt x="6509742" y="9817290"/>
                  <a:pt x="6470555" y="9787657"/>
                </a:cubicBezTo>
                <a:cubicBezTo>
                  <a:pt x="6431367" y="9758024"/>
                  <a:pt x="6384090" y="9736657"/>
                  <a:pt x="6328724" y="9723554"/>
                </a:cubicBezTo>
                <a:cubicBezTo>
                  <a:pt x="6246662" y="9704134"/>
                  <a:pt x="6177133" y="9711171"/>
                  <a:pt x="6120136" y="9744666"/>
                </a:cubicBezTo>
                <a:cubicBezTo>
                  <a:pt x="6063138" y="9778160"/>
                  <a:pt x="6024988" y="9835691"/>
                  <a:pt x="6005685" y="9917258"/>
                </a:cubicBezTo>
                <a:lnTo>
                  <a:pt x="6005348" y="9919980"/>
                </a:lnTo>
                <a:lnTo>
                  <a:pt x="5630745" y="9919981"/>
                </a:lnTo>
                <a:lnTo>
                  <a:pt x="5636937" y="9893812"/>
                </a:lnTo>
                <a:lnTo>
                  <a:pt x="5553146" y="9873983"/>
                </a:lnTo>
                <a:lnTo>
                  <a:pt x="5550163" y="9886588"/>
                </a:lnTo>
                <a:cubicBezTo>
                  <a:pt x="5546887" y="9900430"/>
                  <a:pt x="5541653" y="9910415"/>
                  <a:pt x="5534460" y="9916543"/>
                </a:cubicBezTo>
                <a:lnTo>
                  <a:pt x="5528581" y="9919981"/>
                </a:lnTo>
                <a:lnTo>
                  <a:pt x="5330008" y="9919980"/>
                </a:lnTo>
                <a:lnTo>
                  <a:pt x="5322994" y="9910938"/>
                </a:lnTo>
                <a:cubicBezTo>
                  <a:pt x="5304795" y="9896843"/>
                  <a:pt x="5282349" y="9886637"/>
                  <a:pt x="5255654" y="9880320"/>
                </a:cubicBezTo>
                <a:cubicBezTo>
                  <a:pt x="5228465" y="9873886"/>
                  <a:pt x="5203443" y="9873184"/>
                  <a:pt x="5180588" y="9878216"/>
                </a:cubicBezTo>
                <a:cubicBezTo>
                  <a:pt x="5157733" y="9883248"/>
                  <a:pt x="5138066" y="9891906"/>
                  <a:pt x="5121586" y="9904189"/>
                </a:cubicBezTo>
                <a:lnTo>
                  <a:pt x="5108619" y="9919980"/>
                </a:lnTo>
                <a:lnTo>
                  <a:pt x="4695787" y="9919980"/>
                </a:lnTo>
                <a:lnTo>
                  <a:pt x="4703482" y="9887464"/>
                </a:lnTo>
                <a:lnTo>
                  <a:pt x="4293422" y="9790423"/>
                </a:lnTo>
                <a:cubicBezTo>
                  <a:pt x="4281558" y="9787615"/>
                  <a:pt x="4274298" y="9783548"/>
                  <a:pt x="4271643" y="9778222"/>
                </a:cubicBezTo>
                <a:cubicBezTo>
                  <a:pt x="4268989" y="9772895"/>
                  <a:pt x="4269182" y="9763806"/>
                  <a:pt x="4272224" y="9750953"/>
                </a:cubicBezTo>
                <a:lnTo>
                  <a:pt x="4276435" y="9733156"/>
                </a:lnTo>
                <a:lnTo>
                  <a:pt x="4192644" y="9713327"/>
                </a:lnTo>
                <a:lnTo>
                  <a:pt x="4143739" y="9919980"/>
                </a:lnTo>
                <a:lnTo>
                  <a:pt x="3797697" y="9919980"/>
                </a:lnTo>
                <a:lnTo>
                  <a:pt x="3842644" y="9730052"/>
                </a:lnTo>
                <a:lnTo>
                  <a:pt x="3730572" y="9703531"/>
                </a:lnTo>
                <a:cubicBezTo>
                  <a:pt x="3726974" y="9718738"/>
                  <a:pt x="3722622" y="9729752"/>
                  <a:pt x="3717516" y="9736574"/>
                </a:cubicBezTo>
                <a:cubicBezTo>
                  <a:pt x="3712411" y="9743395"/>
                  <a:pt x="3705891" y="9745867"/>
                  <a:pt x="3697956" y="9743989"/>
                </a:cubicBezTo>
                <a:cubicBezTo>
                  <a:pt x="3689361" y="9741955"/>
                  <a:pt x="3679621" y="9737381"/>
                  <a:pt x="3668737" y="9730267"/>
                </a:cubicBezTo>
                <a:cubicBezTo>
                  <a:pt x="3657853" y="9723153"/>
                  <a:pt x="3651166" y="9718952"/>
                  <a:pt x="3648678" y="9717665"/>
                </a:cubicBezTo>
                <a:lnTo>
                  <a:pt x="3692333" y="9533193"/>
                </a:lnTo>
                <a:cubicBezTo>
                  <a:pt x="3722450" y="9529847"/>
                  <a:pt x="3742137" y="9529269"/>
                  <a:pt x="3751394" y="9531460"/>
                </a:cubicBezTo>
                <a:cubicBezTo>
                  <a:pt x="3763956" y="9534433"/>
                  <a:pt x="3767969" y="9545507"/>
                  <a:pt x="3763431" y="9564681"/>
                </a:cubicBezTo>
                <a:lnTo>
                  <a:pt x="3758033" y="9587492"/>
                </a:lnTo>
                <a:lnTo>
                  <a:pt x="3870104" y="9614014"/>
                </a:lnTo>
                <a:lnTo>
                  <a:pt x="3944506" y="9299619"/>
                </a:lnTo>
                <a:lnTo>
                  <a:pt x="3832435" y="9273097"/>
                </a:lnTo>
                <a:lnTo>
                  <a:pt x="3829149" y="9286982"/>
                </a:lnTo>
                <a:cubicBezTo>
                  <a:pt x="3826332" y="9298884"/>
                  <a:pt x="3821954" y="9307797"/>
                  <a:pt x="3816013" y="9313722"/>
                </a:cubicBezTo>
                <a:cubicBezTo>
                  <a:pt x="3810072" y="9319648"/>
                  <a:pt x="3801187" y="9324004"/>
                  <a:pt x="3789356" y="9326790"/>
                </a:cubicBezTo>
                <a:cubicBezTo>
                  <a:pt x="3777525" y="9329575"/>
                  <a:pt x="3758770" y="9332119"/>
                  <a:pt x="3733089" y="9334420"/>
                </a:cubicBezTo>
                <a:lnTo>
                  <a:pt x="3183936" y="9384603"/>
                </a:lnTo>
                <a:lnTo>
                  <a:pt x="3136525" y="9584943"/>
                </a:lnTo>
                <a:lnTo>
                  <a:pt x="3624700" y="9894225"/>
                </a:lnTo>
                <a:cubicBezTo>
                  <a:pt x="3641143" y="9904400"/>
                  <a:pt x="3652454" y="9912663"/>
                  <a:pt x="3658632" y="9919012"/>
                </a:cubicBezTo>
                <a:lnTo>
                  <a:pt x="3659135" y="9919980"/>
                </a:lnTo>
                <a:lnTo>
                  <a:pt x="3307549" y="9919981"/>
                </a:lnTo>
                <a:lnTo>
                  <a:pt x="3317491" y="9877972"/>
                </a:lnTo>
                <a:lnTo>
                  <a:pt x="3088389" y="9823755"/>
                </a:lnTo>
                <a:lnTo>
                  <a:pt x="3065617" y="9919980"/>
                </a:lnTo>
                <a:lnTo>
                  <a:pt x="2540233" y="9919981"/>
                </a:lnTo>
                <a:lnTo>
                  <a:pt x="2543560" y="9894336"/>
                </a:lnTo>
                <a:cubicBezTo>
                  <a:pt x="2543705" y="9873074"/>
                  <a:pt x="2541025" y="9853414"/>
                  <a:pt x="2535524" y="9835355"/>
                </a:cubicBezTo>
                <a:cubicBezTo>
                  <a:pt x="2524522" y="9799237"/>
                  <a:pt x="2505534" y="9770306"/>
                  <a:pt x="2478562" y="9748562"/>
                </a:cubicBezTo>
                <a:cubicBezTo>
                  <a:pt x="2451590" y="9726818"/>
                  <a:pt x="2420252" y="9711722"/>
                  <a:pt x="2384547" y="9703272"/>
                </a:cubicBezTo>
                <a:cubicBezTo>
                  <a:pt x="2297932" y="9682775"/>
                  <a:pt x="2231656" y="9713522"/>
                  <a:pt x="2185720" y="9795514"/>
                </a:cubicBezTo>
                <a:cubicBezTo>
                  <a:pt x="2177362" y="9760022"/>
                  <a:pt x="2162051" y="9731786"/>
                  <a:pt x="2139785" y="9710807"/>
                </a:cubicBezTo>
                <a:cubicBezTo>
                  <a:pt x="2117519" y="9689828"/>
                  <a:pt x="2090187" y="9675505"/>
                  <a:pt x="2057789" y="9667838"/>
                </a:cubicBezTo>
                <a:cubicBezTo>
                  <a:pt x="2000266" y="9654225"/>
                  <a:pt x="1952011" y="9663403"/>
                  <a:pt x="1913026" y="9695372"/>
                </a:cubicBezTo>
                <a:cubicBezTo>
                  <a:pt x="1874041" y="9727341"/>
                  <a:pt x="1846490" y="9777376"/>
                  <a:pt x="1830374" y="9845479"/>
                </a:cubicBezTo>
                <a:lnTo>
                  <a:pt x="1812743" y="9919981"/>
                </a:lnTo>
                <a:lnTo>
                  <a:pt x="1450362" y="9919981"/>
                </a:lnTo>
                <a:lnTo>
                  <a:pt x="1477066" y="9807140"/>
                </a:lnTo>
                <a:lnTo>
                  <a:pt x="1393274" y="9787310"/>
                </a:lnTo>
                <a:lnTo>
                  <a:pt x="1388711" y="9806590"/>
                </a:lnTo>
                <a:cubicBezTo>
                  <a:pt x="1386372" y="9816477"/>
                  <a:pt x="1383556" y="9822858"/>
                  <a:pt x="1380266" y="9825733"/>
                </a:cubicBezTo>
                <a:cubicBezTo>
                  <a:pt x="1376975" y="9828609"/>
                  <a:pt x="1372117" y="9829286"/>
                  <a:pt x="1365690" y="9827765"/>
                </a:cubicBezTo>
                <a:lnTo>
                  <a:pt x="1261877" y="9803198"/>
                </a:lnTo>
                <a:lnTo>
                  <a:pt x="1274337" y="9750550"/>
                </a:lnTo>
                <a:lnTo>
                  <a:pt x="1499703" y="9711484"/>
                </a:lnTo>
                <a:lnTo>
                  <a:pt x="1540063" y="9540934"/>
                </a:lnTo>
                <a:lnTo>
                  <a:pt x="1456272" y="9521105"/>
                </a:lnTo>
                <a:lnTo>
                  <a:pt x="1453288" y="9533711"/>
                </a:lnTo>
                <a:cubicBezTo>
                  <a:pt x="1450013" y="9547552"/>
                  <a:pt x="1444778" y="9557537"/>
                  <a:pt x="1437586" y="9563666"/>
                </a:cubicBezTo>
                <a:cubicBezTo>
                  <a:pt x="1430393" y="9569794"/>
                  <a:pt x="1418199" y="9575000"/>
                  <a:pt x="1401002" y="9579283"/>
                </a:cubicBezTo>
                <a:lnTo>
                  <a:pt x="1267970" y="9612010"/>
                </a:lnTo>
                <a:cubicBezTo>
                  <a:pt x="1248566" y="9568266"/>
                  <a:pt x="1212170" y="9540077"/>
                  <a:pt x="1158780" y="9527442"/>
                </a:cubicBezTo>
                <a:cubicBezTo>
                  <a:pt x="1131591" y="9521008"/>
                  <a:pt x="1106569" y="9520307"/>
                  <a:pt x="1083714" y="9525338"/>
                </a:cubicBezTo>
                <a:cubicBezTo>
                  <a:pt x="1060859" y="9530370"/>
                  <a:pt x="1041192" y="9539028"/>
                  <a:pt x="1024712" y="9551311"/>
                </a:cubicBezTo>
                <a:cubicBezTo>
                  <a:pt x="1008844" y="9563217"/>
                  <a:pt x="996192" y="9578624"/>
                  <a:pt x="986758" y="9597534"/>
                </a:cubicBezTo>
                <a:cubicBezTo>
                  <a:pt x="977324" y="9616444"/>
                  <a:pt x="969039" y="9640976"/>
                  <a:pt x="961902" y="9671131"/>
                </a:cubicBezTo>
                <a:lnTo>
                  <a:pt x="903292" y="9918798"/>
                </a:lnTo>
                <a:lnTo>
                  <a:pt x="908287" y="991998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081676-A49B-46C1-B6AF-60EAFC586B97}"/>
              </a:ext>
            </a:extLst>
          </p:cNvPr>
          <p:cNvSpPr txBox="1"/>
          <p:nvPr/>
        </p:nvSpPr>
        <p:spPr>
          <a:xfrm>
            <a:off x="8530542" y="5226784"/>
            <a:ext cx="40202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LAIBA KHALID(BSEF23M002)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M.UMER FAROOQ(BSEF23M004)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M.FAROOQ(BSEF23M029)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ROHAN RAJ SINGH(BSEF23M039)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TALAL AHMAD(BSEF23M044)</a:t>
            </a:r>
          </a:p>
        </p:txBody>
      </p:sp>
    </p:spTree>
    <p:extLst>
      <p:ext uri="{BB962C8B-B14F-4D97-AF65-F5344CB8AC3E}">
        <p14:creationId xmlns:p14="http://schemas.microsoft.com/office/powerpoint/2010/main" val="3855602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7EC8DB-CCFC-4705-B011-2F8028FC741E}"/>
              </a:ext>
            </a:extLst>
          </p:cNvPr>
          <p:cNvGrpSpPr/>
          <p:nvPr/>
        </p:nvGrpSpPr>
        <p:grpSpPr>
          <a:xfrm>
            <a:off x="5122433" y="-480060"/>
            <a:ext cx="8425791" cy="7818120"/>
            <a:chOff x="5679311" y="-727278"/>
            <a:chExt cx="7729960" cy="6514621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000" r="4000"/>
            </a:stretch>
          </a:blip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39BC353-11BA-486E-BE90-2B640E2414F7}"/>
                </a:ext>
              </a:extLst>
            </p:cNvPr>
            <p:cNvSpPr/>
            <p:nvPr/>
          </p:nvSpPr>
          <p:spPr>
            <a:xfrm>
              <a:off x="7048018" y="-727278"/>
              <a:ext cx="5752618" cy="168990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47EC706-919B-4354-9D67-B3A0AE9332FB}"/>
                </a:ext>
              </a:extLst>
            </p:cNvPr>
            <p:cNvSpPr/>
            <p:nvPr/>
          </p:nvSpPr>
          <p:spPr>
            <a:xfrm>
              <a:off x="6539696" y="117674"/>
              <a:ext cx="6260940" cy="168990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97AA163-FFB7-473F-900A-7290F835C8AF}"/>
                </a:ext>
              </a:extLst>
            </p:cNvPr>
            <p:cNvSpPr/>
            <p:nvPr/>
          </p:nvSpPr>
          <p:spPr>
            <a:xfrm>
              <a:off x="7048018" y="1148787"/>
              <a:ext cx="5752618" cy="168990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1A1C88E-E9DC-4F58-8378-F10338312FD9}"/>
                </a:ext>
              </a:extLst>
            </p:cNvPr>
            <p:cNvSpPr/>
            <p:nvPr/>
          </p:nvSpPr>
          <p:spPr>
            <a:xfrm>
              <a:off x="5679311" y="2279248"/>
              <a:ext cx="7729960" cy="168990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E7791A4-87A3-4ABB-A31C-A8E2CF9DFC20}"/>
                </a:ext>
              </a:extLst>
            </p:cNvPr>
            <p:cNvSpPr/>
            <p:nvPr/>
          </p:nvSpPr>
          <p:spPr>
            <a:xfrm>
              <a:off x="7124217" y="3429000"/>
              <a:ext cx="5980253" cy="235834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4304714-C52B-42A0-A41D-0C14C3C4A2D8}"/>
              </a:ext>
            </a:extLst>
          </p:cNvPr>
          <p:cNvSpPr txBox="1"/>
          <p:nvPr/>
        </p:nvSpPr>
        <p:spPr>
          <a:xfrm>
            <a:off x="0" y="81548"/>
            <a:ext cx="332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8D1A6D-2C04-4E6F-BF03-802B6241CA8B}"/>
              </a:ext>
            </a:extLst>
          </p:cNvPr>
          <p:cNvSpPr txBox="1"/>
          <p:nvPr/>
        </p:nvSpPr>
        <p:spPr>
          <a:xfrm>
            <a:off x="3377" y="648713"/>
            <a:ext cx="45801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Begum Salma </a:t>
            </a:r>
            <a:r>
              <a:rPr lang="en-US" dirty="0" err="1">
                <a:solidFill>
                  <a:schemeClr val="bg1"/>
                </a:solidFill>
              </a:rPr>
              <a:t>Tassaduq</a:t>
            </a:r>
            <a:r>
              <a:rPr lang="en-US" dirty="0">
                <a:solidFill>
                  <a:schemeClr val="bg1"/>
                </a:solidFill>
              </a:rPr>
              <a:t> Hussain played a vital role in the freedom movement during the early 20th century. As a dedicated social worker, political activist, and advocate for women's rights, she worked tirelessly alongside other prominent leaders to challenge British rule and shape the future of India.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9EA9B4-1217-4028-A2FF-AA818ADFC5DC}"/>
              </a:ext>
            </a:extLst>
          </p:cNvPr>
          <p:cNvSpPr txBox="1"/>
          <p:nvPr/>
        </p:nvSpPr>
        <p:spPr>
          <a:xfrm>
            <a:off x="24743" y="2662428"/>
            <a:ext cx="430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EARLY LIFE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A6B084-C154-4D9D-B72F-EC4E5F1C71EA}"/>
              </a:ext>
            </a:extLst>
          </p:cNvPr>
          <p:cNvSpPr txBox="1"/>
          <p:nvPr/>
        </p:nvSpPr>
        <p:spPr>
          <a:xfrm>
            <a:off x="24743" y="3181376"/>
            <a:ext cx="45801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Begum Salma </a:t>
            </a:r>
            <a:r>
              <a:rPr lang="en-US" i="1" dirty="0" err="1">
                <a:solidFill>
                  <a:schemeClr val="bg1"/>
                </a:solidFill>
              </a:rPr>
              <a:t>Tassaduq</a:t>
            </a:r>
            <a:r>
              <a:rPr lang="en-US" i="1" dirty="0">
                <a:solidFill>
                  <a:schemeClr val="bg1"/>
                </a:solidFill>
              </a:rPr>
              <a:t> Hussain, born in 1908, hailed from Rawalpindi's scholarly family. Marrying at fifteen, she balanced education with domestic duties, attaining a BA from Punjab University. Inspired by Quaid-e-Azam, she embarked on a political journey, guided by his mentorship. Her marriage to Dr. </a:t>
            </a:r>
            <a:r>
              <a:rPr lang="en-US" i="1" dirty="0" err="1">
                <a:solidFill>
                  <a:schemeClr val="bg1"/>
                </a:solidFill>
              </a:rPr>
              <a:t>Tassaduq</a:t>
            </a:r>
            <a:r>
              <a:rPr lang="en-US" i="1" dirty="0">
                <a:solidFill>
                  <a:schemeClr val="bg1"/>
                </a:solidFill>
              </a:rPr>
              <a:t> Hussain Khalid, a prominent Urdu poet, enriched her literary legacy. She stands as a fortunate political figure mentored by Quaid-e-Azam, leaving an indelible mark on Pakistan's national landscape.</a:t>
            </a:r>
          </a:p>
        </p:txBody>
      </p:sp>
    </p:spTree>
    <p:extLst>
      <p:ext uri="{BB962C8B-B14F-4D97-AF65-F5344CB8AC3E}">
        <p14:creationId xmlns:p14="http://schemas.microsoft.com/office/powerpoint/2010/main" val="2077569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>
              <a:lumMod val="50000"/>
            </a:schemeClr>
          </a:fgClr>
          <a:bgClr>
            <a:schemeClr val="bg2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5B42392A-817B-4A59-AA3A-FA34AF483252}"/>
              </a:ext>
            </a:extLst>
          </p:cNvPr>
          <p:cNvSpPr/>
          <p:nvPr/>
        </p:nvSpPr>
        <p:spPr>
          <a:xfrm>
            <a:off x="5588000" y="0"/>
            <a:ext cx="6410960" cy="6858000"/>
          </a:xfrm>
          <a:prstGeom prst="parallelogram">
            <a:avLst/>
          </a:prstGeom>
          <a:blipFill>
            <a:blip r:embed="rId2"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000" t="17000" b="17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07B49D-1CF2-41A7-AE14-DB230A9CA01E}"/>
              </a:ext>
            </a:extLst>
          </p:cNvPr>
          <p:cNvSpPr txBox="1"/>
          <p:nvPr/>
        </p:nvSpPr>
        <p:spPr>
          <a:xfrm>
            <a:off x="3698240" y="182880"/>
            <a:ext cx="420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POLITICAL CAREER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56A81-1C73-40AD-AAD5-587A8F123A03}"/>
              </a:ext>
            </a:extLst>
          </p:cNvPr>
          <p:cNvSpPr txBox="1"/>
          <p:nvPr/>
        </p:nvSpPr>
        <p:spPr>
          <a:xfrm>
            <a:off x="406400" y="1137920"/>
            <a:ext cx="113995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Political Career: </a:t>
            </a:r>
            <a:r>
              <a:rPr lang="en-US" sz="2200" i="1" dirty="0">
                <a:solidFill>
                  <a:schemeClr val="bg1"/>
                </a:solidFill>
              </a:rPr>
              <a:t>She was part of the Punjab Provincial Women Subcommittee and was elected as one of its secretaries in 1940.</a:t>
            </a:r>
          </a:p>
          <a:p>
            <a:pPr marL="342900" indent="-342900" algn="ctr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Muslim League: </a:t>
            </a:r>
            <a:r>
              <a:rPr lang="en-US" sz="2200" i="1" dirty="0">
                <a:solidFill>
                  <a:schemeClr val="bg1"/>
                </a:solidFill>
              </a:rPr>
              <a:t>She was nominated to the Council of the All India Muslim League in 1941 and served the Central Subcommittee of the All India Muslim League in 1943.</a:t>
            </a:r>
          </a:p>
          <a:p>
            <a:pPr marL="342900" indent="-342900" algn="ctr">
              <a:buFontTx/>
              <a:buChar char="-"/>
            </a:pP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800" b="1" i="1" dirty="0">
                <a:solidFill>
                  <a:schemeClr val="bg1"/>
                </a:solidFill>
              </a:rPr>
              <a:t>Elections: </a:t>
            </a:r>
            <a:r>
              <a:rPr lang="en-US" sz="2200" i="1" dirty="0">
                <a:solidFill>
                  <a:schemeClr val="bg1"/>
                </a:solidFill>
              </a:rPr>
              <a:t>She contested the 1946 elections on the Muslim League ticket for the Punjab Provincial Assembly seat from inner Lahore and won.</a:t>
            </a:r>
          </a:p>
          <a:p>
            <a:pPr marL="342900" indent="-342900" algn="ctr">
              <a:buFontTx/>
              <a:buChar char="-"/>
            </a:pP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800" b="1" i="1" dirty="0">
                <a:solidFill>
                  <a:schemeClr val="bg1"/>
                </a:solidFill>
              </a:rPr>
              <a:t>Bihar Riots: </a:t>
            </a:r>
            <a:r>
              <a:rPr lang="en-US" sz="2200" i="1" dirty="0">
                <a:solidFill>
                  <a:schemeClr val="bg1"/>
                </a:solidFill>
              </a:rPr>
              <a:t>She provided refuge to countless displaced individuals during the Bihar riots.</a:t>
            </a:r>
          </a:p>
          <a:p>
            <a:pPr marL="342900" indent="-342900" algn="ctr">
              <a:buFontTx/>
              <a:buChar char="-"/>
            </a:pP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800" b="1" i="1" dirty="0">
                <a:solidFill>
                  <a:schemeClr val="bg1"/>
                </a:solidFill>
              </a:rPr>
              <a:t>Leadership: </a:t>
            </a:r>
            <a:r>
              <a:rPr lang="en-US" sz="2200" i="1" dirty="0">
                <a:solidFill>
                  <a:schemeClr val="bg1"/>
                </a:solidFill>
              </a:rPr>
              <a:t>She represented the Muslim League at the Conference of Kisan Sabha.</a:t>
            </a:r>
          </a:p>
          <a:p>
            <a:pPr marL="342900" indent="-342900" algn="ctr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Women's Participation: </a:t>
            </a:r>
            <a:r>
              <a:rPr lang="en-US" sz="2200" i="1" dirty="0">
                <a:solidFill>
                  <a:schemeClr val="bg1"/>
                </a:solidFill>
              </a:rPr>
              <a:t>She was an active member of the Women's League and advocated for women's participation in the political arena.</a:t>
            </a:r>
          </a:p>
          <a:p>
            <a:pPr marL="342900" indent="-342900" algn="ctr">
              <a:buFontTx/>
              <a:buChar char="-"/>
            </a:pP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800" b="1" i="1" dirty="0">
                <a:solidFill>
                  <a:schemeClr val="bg1"/>
                </a:solidFill>
              </a:rPr>
              <a:t>Religious Freedom: </a:t>
            </a:r>
            <a:r>
              <a:rPr lang="en-US" sz="2200" i="1" dirty="0">
                <a:solidFill>
                  <a:schemeClr val="bg1"/>
                </a:solidFill>
              </a:rPr>
              <a:t>She believed in the necessity of an independent homeland for Muslims to practice their faith and uphold traditions.</a:t>
            </a:r>
          </a:p>
        </p:txBody>
      </p:sp>
    </p:spTree>
    <p:extLst>
      <p:ext uri="{BB962C8B-B14F-4D97-AF65-F5344CB8AC3E}">
        <p14:creationId xmlns:p14="http://schemas.microsoft.com/office/powerpoint/2010/main" val="3918703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19D9A4-C316-48FE-8898-1495FC2D0C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54D368-EC9F-4D59-B543-7D1DCF3E9153}"/>
              </a:ext>
            </a:extLst>
          </p:cNvPr>
          <p:cNvGrpSpPr/>
          <p:nvPr/>
        </p:nvGrpSpPr>
        <p:grpSpPr>
          <a:xfrm>
            <a:off x="-3012087" y="-1999156"/>
            <a:ext cx="19568046" cy="8475785"/>
            <a:chOff x="0" y="-1617563"/>
            <a:chExt cx="12170779" cy="6049697"/>
          </a:xfrm>
          <a:blipFill>
            <a:blip r:embed="rId2">
              <a:alphaModFix amt="73000"/>
            </a:blip>
            <a:stretch>
              <a:fillRect l="15000" r="22000"/>
            </a:stretch>
          </a:blip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FA92A54-CCA4-4EBA-882F-C09A0DF1CFC9}"/>
                </a:ext>
              </a:extLst>
            </p:cNvPr>
            <p:cNvSpPr/>
            <p:nvPr/>
          </p:nvSpPr>
          <p:spPr>
            <a:xfrm>
              <a:off x="0" y="-1296366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4C42B2C-1FD2-446E-AB70-B6F2B7A26D3D}"/>
                </a:ext>
              </a:extLst>
            </p:cNvPr>
            <p:cNvSpPr/>
            <p:nvPr/>
          </p:nvSpPr>
          <p:spPr>
            <a:xfrm>
              <a:off x="1150717" y="-1604061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1B2BE9D-0187-49E3-89A7-B8B072581D57}"/>
                </a:ext>
              </a:extLst>
            </p:cNvPr>
            <p:cNvSpPr/>
            <p:nvPr/>
          </p:nvSpPr>
          <p:spPr>
            <a:xfrm>
              <a:off x="2299504" y="-1086095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122329C-0264-41C5-8339-4840D27209F6}"/>
                </a:ext>
              </a:extLst>
            </p:cNvPr>
            <p:cNvSpPr/>
            <p:nvPr/>
          </p:nvSpPr>
          <p:spPr>
            <a:xfrm>
              <a:off x="3531725" y="-1617563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77D5649-6155-47D4-9B68-3610CD71E444}"/>
                </a:ext>
              </a:extLst>
            </p:cNvPr>
            <p:cNvSpPr/>
            <p:nvPr/>
          </p:nvSpPr>
          <p:spPr>
            <a:xfrm>
              <a:off x="4758159" y="-1296366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2890959-2178-4BD7-B58C-A7D2A136F807}"/>
                </a:ext>
              </a:extLst>
            </p:cNvPr>
            <p:cNvSpPr/>
            <p:nvPr/>
          </p:nvSpPr>
          <p:spPr>
            <a:xfrm>
              <a:off x="6012082" y="-827591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761C800-C885-4BF3-B86B-334500991DD1}"/>
                </a:ext>
              </a:extLst>
            </p:cNvPr>
            <p:cNvSpPr/>
            <p:nvPr/>
          </p:nvSpPr>
          <p:spPr>
            <a:xfrm>
              <a:off x="7222600" y="-1361957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2B12E17-0B05-4D89-98E9-0FD4E2586EEB}"/>
                </a:ext>
              </a:extLst>
            </p:cNvPr>
            <p:cNvSpPr/>
            <p:nvPr/>
          </p:nvSpPr>
          <p:spPr>
            <a:xfrm>
              <a:off x="8441316" y="-614429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B48FBD5-6ABF-4A69-95F0-6BC7A7D53E48}"/>
                </a:ext>
              </a:extLst>
            </p:cNvPr>
            <p:cNvSpPr/>
            <p:nvPr/>
          </p:nvSpPr>
          <p:spPr>
            <a:xfrm>
              <a:off x="9643638" y="-1086094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6D8DC31-14E3-445F-B6BB-EE6454DB4EE6}"/>
                </a:ext>
              </a:extLst>
            </p:cNvPr>
            <p:cNvSpPr/>
            <p:nvPr/>
          </p:nvSpPr>
          <p:spPr>
            <a:xfrm>
              <a:off x="10909139" y="-1617563"/>
              <a:ext cx="1261640" cy="504656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43D972F-6B96-4AC4-AD0D-CC83671D32FA}"/>
              </a:ext>
            </a:extLst>
          </p:cNvPr>
          <p:cNvSpPr txBox="1"/>
          <p:nvPr/>
        </p:nvSpPr>
        <p:spPr>
          <a:xfrm>
            <a:off x="62050" y="808859"/>
            <a:ext cx="11852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Contributions of Begum Salma </a:t>
            </a:r>
            <a:r>
              <a:rPr lang="en-US" sz="3600" b="1" dirty="0" err="1">
                <a:solidFill>
                  <a:schemeClr val="bg1"/>
                </a:solidFill>
              </a:rPr>
              <a:t>Tassaduq</a:t>
            </a:r>
            <a:r>
              <a:rPr lang="en-US" sz="3600" b="1" dirty="0">
                <a:solidFill>
                  <a:schemeClr val="bg1"/>
                </a:solidFill>
              </a:rPr>
              <a:t> Hussain for the independence of Pakistan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10604-9B38-4A87-A801-6256CDD8552E}"/>
              </a:ext>
            </a:extLst>
          </p:cNvPr>
          <p:cNvSpPr txBox="1"/>
          <p:nvPr/>
        </p:nvSpPr>
        <p:spPr>
          <a:xfrm>
            <a:off x="61730" y="2248919"/>
            <a:ext cx="115978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</a:rPr>
              <a:t>Begum Salma </a:t>
            </a:r>
            <a:r>
              <a:rPr lang="en-US" sz="2000" i="1" dirty="0" err="1">
                <a:solidFill>
                  <a:schemeClr val="bg1"/>
                </a:solidFill>
              </a:rPr>
              <a:t>Tassaduq</a:t>
            </a:r>
            <a:r>
              <a:rPr lang="en-US" sz="2000" i="1" dirty="0">
                <a:solidFill>
                  <a:schemeClr val="bg1"/>
                </a:solidFill>
              </a:rPr>
              <a:t> Hussain was an audacious campaigner for the Pakistan Movement, using her multifaceted identity as a talented writer, poet, and entrepreneur to further the cause</a:t>
            </a:r>
          </a:p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</a:rPr>
              <a:t>She actively contributed to the Punjab Provincial Women's Subcommittee and the Bengal Relief Fund Committee.</a:t>
            </a:r>
          </a:p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</a:rPr>
              <a:t> In 1946, she secured a seat for Muslim women in the Punjab Provincial Legislature elections, a pivotal moment in the quest for a separate homeland.</a:t>
            </a:r>
          </a:p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</a:rPr>
              <a:t> Dedicated to humanitarian causes, Begum </a:t>
            </a:r>
            <a:r>
              <a:rPr lang="en-US" sz="2000" i="1" dirty="0" err="1">
                <a:solidFill>
                  <a:schemeClr val="bg1"/>
                </a:solidFill>
              </a:rPr>
              <a:t>Tassaduq</a:t>
            </a:r>
            <a:r>
              <a:rPr lang="en-US" sz="2000" i="1" dirty="0">
                <a:solidFill>
                  <a:schemeClr val="bg1"/>
                </a:solidFill>
              </a:rPr>
              <a:t> played a pivotal role during the Bihar riots, offering refuge to countless refugees.</a:t>
            </a:r>
          </a:p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</a:rPr>
              <a:t> She represented the Muslim League at the Conference of Kisan Sabha in </a:t>
            </a:r>
            <a:r>
              <a:rPr lang="en-US" sz="2000" i="1" dirty="0" err="1">
                <a:solidFill>
                  <a:schemeClr val="bg1"/>
                </a:solidFill>
              </a:rPr>
              <a:t>Jalundhar</a:t>
            </a:r>
            <a:r>
              <a:rPr lang="en-US" sz="2000" i="1" dirty="0">
                <a:solidFill>
                  <a:schemeClr val="bg1"/>
                </a:solidFill>
              </a:rPr>
              <a:t> and even chaired a session, showcasing her political acumen.</a:t>
            </a:r>
          </a:p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</a:rPr>
              <a:t> She was a prominent member of the Women's League, epitomizing the political awareness, education, and activism that characterized Muslim women during the Pakistan Movement.</a:t>
            </a:r>
          </a:p>
        </p:txBody>
      </p:sp>
    </p:spTree>
    <p:extLst>
      <p:ext uri="{BB962C8B-B14F-4D97-AF65-F5344CB8AC3E}">
        <p14:creationId xmlns:p14="http://schemas.microsoft.com/office/powerpoint/2010/main" val="3976196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people on a truck&#10;&#10;Description automatically generated">
            <a:extLst>
              <a:ext uri="{FF2B5EF4-FFF2-40B4-BE49-F238E27FC236}">
                <a16:creationId xmlns:a16="http://schemas.microsoft.com/office/drawing/2014/main" id="{0FF82B4C-E10F-4D12-B7AC-CD9A20E27E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/>
        </p:blipFill>
        <p:spPr>
          <a:xfrm>
            <a:off x="-1504" y="0"/>
            <a:ext cx="12191980" cy="6856718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  <a:reflection stA="99000" endPos="0" dist="508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478205-8C87-488C-86BD-26C93EB903D4}"/>
              </a:ext>
            </a:extLst>
          </p:cNvPr>
          <p:cNvSpPr txBox="1"/>
          <p:nvPr/>
        </p:nvSpPr>
        <p:spPr>
          <a:xfrm>
            <a:off x="3055716" y="57873"/>
            <a:ext cx="5856790" cy="60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 FACED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73381-D144-4BB2-B882-B73DCF28876A}"/>
              </a:ext>
            </a:extLst>
          </p:cNvPr>
          <p:cNvSpPr txBox="1"/>
          <p:nvPr/>
        </p:nvSpPr>
        <p:spPr>
          <a:xfrm>
            <a:off x="1296779" y="659756"/>
            <a:ext cx="9595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Begum Salma </a:t>
            </a:r>
            <a:r>
              <a:rPr lang="en-US" sz="2000" dirty="0" err="1"/>
              <a:t>Tassaduq</a:t>
            </a:r>
            <a:r>
              <a:rPr lang="en-US" sz="2000" dirty="0"/>
              <a:t> Hussain faced several challenges in her political journey, including: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6DF0F8-EEBD-4C93-950D-7D5FA8C480FE}"/>
              </a:ext>
            </a:extLst>
          </p:cNvPr>
          <p:cNvSpPr txBox="1"/>
          <p:nvPr/>
        </p:nvSpPr>
        <p:spPr>
          <a:xfrm>
            <a:off x="0" y="1036715"/>
            <a:ext cx="547482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/>
              <a:t>1-</a:t>
            </a:r>
            <a:r>
              <a:rPr lang="en-US" sz="2000" dirty="0"/>
              <a:t>Gender bias and stereotypes: As a woman in a male-dominated political landscape, she encountered gender-based discrimination and skepticism about her abilities.</a:t>
            </a:r>
          </a:p>
          <a:p>
            <a:r>
              <a:rPr lang="en-US" sz="2600" b="1" i="1" dirty="0"/>
              <a:t>2-</a:t>
            </a:r>
            <a:r>
              <a:rPr lang="en-US" sz="2000" dirty="0"/>
              <a:t> Resistance from conservative elements: Her advocacy for women's rights and empowerment faced opposition from conservative forces within the Muslim League and society at large.</a:t>
            </a:r>
          </a:p>
          <a:p>
            <a:r>
              <a:rPr lang="en-US" sz="3600" b="1" i="1" dirty="0"/>
              <a:t>3-</a:t>
            </a:r>
            <a:r>
              <a:rPr lang="en-US" sz="2000" dirty="0"/>
              <a:t> Balancing family and politics: As a wife and mother, she had to navigate the demands of family life while pursuing her political passions.</a:t>
            </a:r>
          </a:p>
          <a:p>
            <a:r>
              <a:rPr lang="en-US" sz="3600" b="1" i="1" dirty="0"/>
              <a:t>4-</a:t>
            </a:r>
            <a:r>
              <a:rPr lang="en-US" sz="2000" dirty="0"/>
              <a:t>Limited resources and support: As a woman in politics, she often had limited access to resources, funding, and networks compared to her male counterparts.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4C0053-DC61-4357-9B06-268F5DC81463}"/>
              </a:ext>
            </a:extLst>
          </p:cNvPr>
          <p:cNvSpPr txBox="1"/>
          <p:nvPr/>
        </p:nvSpPr>
        <p:spPr>
          <a:xfrm>
            <a:off x="6377651" y="1157468"/>
            <a:ext cx="562529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/>
              <a:t>5- </a:t>
            </a:r>
            <a:r>
              <a:rPr lang="en-US" sz="2000" dirty="0"/>
              <a:t>Personal sacrifices: Her political work required                                   significant personal sacrifices, including time away from family and exposure to political turmoil.</a:t>
            </a:r>
          </a:p>
          <a:p>
            <a:r>
              <a:rPr lang="en-US" sz="3600" b="1" i="1" dirty="0"/>
              <a:t>6- </a:t>
            </a:r>
            <a:r>
              <a:rPr lang="en-US" sz="2000" dirty="0"/>
              <a:t>Navigating complex political dynamics: She had to navigate the intricate web of political alliances, rivalries, and ideologies within the Muslim League and broader political landscape.</a:t>
            </a:r>
          </a:p>
          <a:p>
            <a:r>
              <a:rPr lang="en-US" sz="3600" b="1" i="1" dirty="0"/>
              <a:t>7-</a:t>
            </a:r>
            <a:r>
              <a:rPr lang="en-US" sz="2000" dirty="0"/>
              <a:t> Overcoming societal expectations: She faced pressure to conform to traditional gender roles and expectations, which could have limited her political ambitions.</a:t>
            </a:r>
          </a:p>
          <a:p>
            <a:r>
              <a:rPr lang="en-US" sz="3600" b="1" i="1" dirty="0"/>
              <a:t>8-</a:t>
            </a:r>
            <a:r>
              <a:rPr lang="en-US" sz="2000" dirty="0"/>
              <a:t> Dealing with opposition and criticism: As a prominent figure, she faced criticism and opposition from political opponents, which could be challenging to navigate.</a:t>
            </a:r>
          </a:p>
        </p:txBody>
      </p:sp>
    </p:spTree>
    <p:extLst>
      <p:ext uri="{BB962C8B-B14F-4D97-AF65-F5344CB8AC3E}">
        <p14:creationId xmlns:p14="http://schemas.microsoft.com/office/powerpoint/2010/main" val="4110309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1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3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tamp with a person wearing a scarf&#10;&#10;Description automatically generated">
            <a:extLst>
              <a:ext uri="{FF2B5EF4-FFF2-40B4-BE49-F238E27FC236}">
                <a16:creationId xmlns:a16="http://schemas.microsoft.com/office/drawing/2014/main" id="{C94F288F-215E-41C6-A84D-3FE63C17E4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5" t="10770" r="6085" b="18146"/>
          <a:stretch/>
        </p:blipFill>
        <p:spPr>
          <a:xfrm>
            <a:off x="6797136" y="923030"/>
            <a:ext cx="2311239" cy="3094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C3F8DB-7B90-4E3B-BA3A-006E19FB2693}"/>
              </a:ext>
            </a:extLst>
          </p:cNvPr>
          <p:cNvSpPr txBox="1"/>
          <p:nvPr/>
        </p:nvSpPr>
        <p:spPr>
          <a:xfrm>
            <a:off x="2480056" y="1258099"/>
            <a:ext cx="3330601" cy="496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9808">
              <a:spcAft>
                <a:spcPts val="600"/>
              </a:spcAft>
            </a:pPr>
            <a:r>
              <a:rPr lang="en-US" sz="2624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LAGACY</a:t>
            </a:r>
            <a:endParaRPr lang="en-US" sz="32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5E01B-8201-4B06-8D57-69DDD861145A}"/>
              </a:ext>
            </a:extLst>
          </p:cNvPr>
          <p:cNvSpPr txBox="1"/>
          <p:nvPr/>
        </p:nvSpPr>
        <p:spPr>
          <a:xfrm>
            <a:off x="643467" y="1905187"/>
            <a:ext cx="6014114" cy="33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9808">
              <a:spcAft>
                <a:spcPts val="600"/>
              </a:spcAft>
            </a:pPr>
            <a:r>
              <a:rPr lang="en-US" sz="147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749808">
              <a:spcAft>
                <a:spcPts val="600"/>
              </a:spcAft>
            </a:pPr>
            <a:r>
              <a:rPr lang="en-US" sz="2132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</a:t>
            </a:r>
            <a:r>
              <a:rPr lang="en-US" sz="147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Begum Salma </a:t>
            </a:r>
            <a:r>
              <a:rPr lang="en-US" sz="1476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Tassaduq</a:t>
            </a:r>
            <a:r>
              <a:rPr lang="en-US" sz="147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Hussain's tireless efforts and unwavering                                                   dedication have left an indelible mark on the history of women's rights in             Pakistan.    </a:t>
            </a:r>
          </a:p>
          <a:p>
            <a:pPr defTabSz="749808">
              <a:spcAft>
                <a:spcPts val="600"/>
              </a:spcAft>
            </a:pPr>
            <a:r>
              <a:rPr lang="en-US" sz="2132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en-US" sz="147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-She broke barriers and challenged societal norms, paving the way for countless women to enter the political arena and assert their voices.    - Her advocacy for gender equality and her role in the women's movement have inspired generations of women to actively participate in politics and public life.   </a:t>
            </a:r>
          </a:p>
          <a:p>
            <a:pPr defTabSz="749808">
              <a:spcAft>
                <a:spcPts val="600"/>
              </a:spcAft>
            </a:pPr>
            <a:r>
              <a:rPr lang="en-US" sz="2132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3 - </a:t>
            </a:r>
            <a:r>
              <a:rPr lang="en-US" sz="147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Today, her legacy continues to influence and shape Pakistan's social and political landscape, reminding us of the power of resilience and determination.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3D8E2-5A05-48D6-80CA-ABC09A7D9B5A}"/>
              </a:ext>
            </a:extLst>
          </p:cNvPr>
          <p:cNvSpPr txBox="1"/>
          <p:nvPr/>
        </p:nvSpPr>
        <p:spPr>
          <a:xfrm>
            <a:off x="6552905" y="4189028"/>
            <a:ext cx="3330601" cy="1912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9808">
              <a:spcAft>
                <a:spcPts val="600"/>
              </a:spcAft>
            </a:pPr>
            <a:r>
              <a:rPr lang="en-US" sz="1804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"Begum Salma </a:t>
            </a:r>
            <a:r>
              <a:rPr lang="en-US" sz="1804" b="1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Tassaduq</a:t>
            </a:r>
            <a:r>
              <a:rPr lang="en-US" sz="1804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Hussain's legacy is a testament to the power of courage and determination." </a:t>
            </a:r>
          </a:p>
          <a:p>
            <a:pPr defTabSz="749808">
              <a:spcAft>
                <a:spcPts val="600"/>
              </a:spcAft>
            </a:pPr>
            <a:endParaRPr lang="en-US" sz="1804" b="1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9808">
              <a:spcAft>
                <a:spcPts val="600"/>
              </a:spcAft>
            </a:pPr>
            <a:r>
              <a:rPr lang="en-US" sz="1804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Benazir Bhutto</a:t>
            </a:r>
            <a:endParaRPr lang="en-US" sz="2200" b="1" i="1"/>
          </a:p>
        </p:txBody>
      </p:sp>
    </p:spTree>
    <p:extLst>
      <p:ext uri="{BB962C8B-B14F-4D97-AF65-F5344CB8AC3E}">
        <p14:creationId xmlns:p14="http://schemas.microsoft.com/office/powerpoint/2010/main" val="4151797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rectangle with white lines&#10;&#10;Description automatically generated">
            <a:extLst>
              <a:ext uri="{FF2B5EF4-FFF2-40B4-BE49-F238E27FC236}">
                <a16:creationId xmlns:a16="http://schemas.microsoft.com/office/drawing/2014/main" id="{8164794F-33D3-4664-BEF4-427BB258DE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718" y="177059"/>
            <a:ext cx="6503882" cy="6503882"/>
          </a:xfrm>
          <a:prstGeom prst="rect">
            <a:avLst/>
          </a:prstGeom>
          <a:effectLst>
            <a:reflection stA="71000" dist="508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615430-7365-400E-AE8B-0684E200293B}"/>
              </a:ext>
            </a:extLst>
          </p:cNvPr>
          <p:cNvSpPr txBox="1"/>
          <p:nvPr/>
        </p:nvSpPr>
        <p:spPr>
          <a:xfrm>
            <a:off x="3444240" y="426720"/>
            <a:ext cx="33680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i="1" dirty="0"/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61803-94C7-4B90-B867-265FE9A90019}"/>
              </a:ext>
            </a:extLst>
          </p:cNvPr>
          <p:cNvSpPr txBox="1"/>
          <p:nvPr/>
        </p:nvSpPr>
        <p:spPr>
          <a:xfrm>
            <a:off x="2407920" y="1508760"/>
            <a:ext cx="58064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Begum Salma </a:t>
            </a:r>
            <a:r>
              <a:rPr lang="en-US" sz="2000" i="1" dirty="0" err="1"/>
              <a:t>Tassaduq</a:t>
            </a:r>
            <a:r>
              <a:rPr lang="en-US" sz="2000" i="1" dirty="0"/>
              <a:t> Hussain's contributions to Pakistan's freedom movement and women's rights are enduring. Her courage, leadership, and dedication inspire us to strive for a more just society. Let's draw inspiration from her example and commit to continuing her work. By honoring her legacy, we can build a better future, ensuring her values endure in our efforts for progress and equality. Her story reminds us that the fight for freedom and equality is ongoing; it's our responsibility to carry her vision forward.</a:t>
            </a:r>
          </a:p>
        </p:txBody>
      </p:sp>
    </p:spTree>
    <p:extLst>
      <p:ext uri="{BB962C8B-B14F-4D97-AF65-F5344CB8AC3E}">
        <p14:creationId xmlns:p14="http://schemas.microsoft.com/office/powerpoint/2010/main" val="3833896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8BB35-5EEB-4091-AEDD-819AE12BF77D}"/>
              </a:ext>
            </a:extLst>
          </p:cNvPr>
          <p:cNvSpPr txBox="1"/>
          <p:nvPr/>
        </p:nvSpPr>
        <p:spPr>
          <a:xfrm>
            <a:off x="1158240" y="2209800"/>
            <a:ext cx="98755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b="1" i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15592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939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Rida Shahbaz</dc:creator>
  <cp:lastModifiedBy>Rida Shahbaz</cp:lastModifiedBy>
  <cp:revision>31</cp:revision>
  <dcterms:created xsi:type="dcterms:W3CDTF">2024-05-21T12:08:11Z</dcterms:created>
  <dcterms:modified xsi:type="dcterms:W3CDTF">2024-05-22T16:39:18Z</dcterms:modified>
</cp:coreProperties>
</file>